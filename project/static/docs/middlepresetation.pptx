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7"/>
  </p:notesMasterIdLst>
  <p:sldIdLst>
    <p:sldId id="256" r:id="rId2"/>
    <p:sldId id="257" r:id="rId3"/>
    <p:sldId id="268" r:id="rId4"/>
    <p:sldId id="277" r:id="rId5"/>
    <p:sldId id="278" r:id="rId6"/>
    <p:sldId id="260" r:id="rId7"/>
    <p:sldId id="269" r:id="rId8"/>
    <p:sldId id="271" r:id="rId9"/>
    <p:sldId id="272" r:id="rId10"/>
    <p:sldId id="264" r:id="rId11"/>
    <p:sldId id="265" r:id="rId12"/>
    <p:sldId id="273" r:id="rId13"/>
    <p:sldId id="274" r:id="rId14"/>
    <p:sldId id="276" r:id="rId15"/>
    <p:sldId id="275" r:id="rId1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556"/>
  </p:normalViewPr>
  <p:slideViewPr>
    <p:cSldViewPr snapToGrid="0">
      <p:cViewPr varScale="1">
        <p:scale>
          <a:sx n="97" d="100"/>
          <a:sy n="97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3A22C5-9D1C-BF4F-95EB-5BC8C64977E7}" type="doc">
      <dgm:prSet loTypeId="urn:microsoft.com/office/officeart/2009/3/layout/CircleRelationship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4B071A-08E6-7A44-92C1-BE950689B22C}">
      <dgm:prSet custT="1"/>
      <dgm:spPr/>
      <dgm:t>
        <a:bodyPr/>
        <a:lstStyle/>
        <a:p>
          <a:pPr rtl="1"/>
          <a:r>
            <a:rPr lang="en-US" sz="1600" baseline="0" dirty="0"/>
            <a:t>    Tik-Tok</a:t>
          </a:r>
        </a:p>
        <a:p>
          <a:pPr rtl="1"/>
          <a:r>
            <a:rPr lang="he-IL" sz="1600" baseline="0" dirty="0"/>
            <a:t>משנה תודעה.</a:t>
          </a:r>
          <a:endParaRPr lang="en-US" sz="1600" dirty="0"/>
        </a:p>
      </dgm:t>
    </dgm:pt>
    <dgm:pt modelId="{CFB333B3-F032-9B4A-8837-89062C3962A4}" type="parTrans" cxnId="{6C24C904-39DD-C446-8A80-10A798018325}">
      <dgm:prSet/>
      <dgm:spPr/>
      <dgm:t>
        <a:bodyPr/>
        <a:lstStyle/>
        <a:p>
          <a:endParaRPr lang="en-US"/>
        </a:p>
      </dgm:t>
    </dgm:pt>
    <dgm:pt modelId="{71A41F07-FD9F-B44E-9137-CBC0841AF2BA}" type="sibTrans" cxnId="{6C24C904-39DD-C446-8A80-10A798018325}">
      <dgm:prSet/>
      <dgm:spPr/>
      <dgm:t>
        <a:bodyPr/>
        <a:lstStyle/>
        <a:p>
          <a:endParaRPr lang="en-US"/>
        </a:p>
      </dgm:t>
    </dgm:pt>
    <dgm:pt modelId="{4BEAF58E-63CD-D74A-8873-9047E9572AB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dirty="0"/>
            <a:t>קושי בזיהוי מידע שקרי.</a:t>
          </a:r>
          <a:endParaRPr lang="en-US" dirty="0"/>
        </a:p>
      </dgm:t>
    </dgm:pt>
    <dgm:pt modelId="{C9A37464-4139-A04C-B37F-CF2EAD4380EC}" type="parTrans" cxnId="{61ECAF63-61B8-D242-A20F-D98048F5F01B}">
      <dgm:prSet/>
      <dgm:spPr/>
      <dgm:t>
        <a:bodyPr/>
        <a:lstStyle/>
        <a:p>
          <a:endParaRPr lang="en-US"/>
        </a:p>
      </dgm:t>
    </dgm:pt>
    <dgm:pt modelId="{7A63F131-7C3C-3048-A6B5-4610B6402CD0}" type="sibTrans" cxnId="{61ECAF63-61B8-D242-A20F-D98048F5F01B}">
      <dgm:prSet/>
      <dgm:spPr/>
      <dgm:t>
        <a:bodyPr/>
        <a:lstStyle/>
        <a:p>
          <a:endParaRPr lang="en-US"/>
        </a:p>
      </dgm:t>
    </dgm:pt>
    <dgm:pt modelId="{F6915D01-891A-5148-83B6-F7AF3CB9A0C1}">
      <dgm:prSet phldrT="[Text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he-IL" dirty="0"/>
            <a:t>גישה בלתי מוגבלת למידע.</a:t>
          </a:r>
          <a:endParaRPr lang="en-US" dirty="0"/>
        </a:p>
      </dgm:t>
    </dgm:pt>
    <dgm:pt modelId="{8218E599-2CE1-714C-9CEC-730BFA268AA9}" type="sibTrans" cxnId="{9FB57D60-39A2-9045-B8E1-21779B850BB5}">
      <dgm:prSet/>
      <dgm:spPr/>
      <dgm:t>
        <a:bodyPr/>
        <a:lstStyle/>
        <a:p>
          <a:endParaRPr lang="en-US"/>
        </a:p>
      </dgm:t>
    </dgm:pt>
    <dgm:pt modelId="{670672DA-E2DC-D04A-9076-FA2FB867FA3D}" type="parTrans" cxnId="{9FB57D60-39A2-9045-B8E1-21779B850BB5}">
      <dgm:prSet/>
      <dgm:spPr/>
      <dgm:t>
        <a:bodyPr/>
        <a:lstStyle/>
        <a:p>
          <a:endParaRPr lang="en-US"/>
        </a:p>
      </dgm:t>
    </dgm:pt>
    <dgm:pt modelId="{224F24D2-0A38-1343-A7BB-92BD65070695}" type="pres">
      <dgm:prSet presAssocID="{853A22C5-9D1C-BF4F-95EB-5BC8C64977E7}" presName="Name0" presStyleCnt="0">
        <dgm:presLayoutVars>
          <dgm:chMax val="1"/>
          <dgm:chPref val="1"/>
        </dgm:presLayoutVars>
      </dgm:prSet>
      <dgm:spPr/>
    </dgm:pt>
    <dgm:pt modelId="{2142105B-C391-BD4E-A7D7-07C10818EBD5}" type="pres">
      <dgm:prSet presAssocID="{F6915D01-891A-5148-83B6-F7AF3CB9A0C1}" presName="Parent" presStyleLbl="node0" presStyleIdx="0" presStyleCnt="1" custScaleX="82781" custScaleY="75993" custLinFactNeighborX="769" custLinFactNeighborY="-3195">
        <dgm:presLayoutVars>
          <dgm:chMax val="5"/>
          <dgm:chPref val="5"/>
        </dgm:presLayoutVars>
      </dgm:prSet>
      <dgm:spPr/>
    </dgm:pt>
    <dgm:pt modelId="{475995CF-0EA9-B644-B306-49698A345813}" type="pres">
      <dgm:prSet presAssocID="{F6915D01-891A-5148-83B6-F7AF3CB9A0C1}" presName="Accent1" presStyleLbl="node1" presStyleIdx="0" presStyleCnt="13"/>
      <dgm:spPr/>
    </dgm:pt>
    <dgm:pt modelId="{7A094012-785B-D643-A9CF-BB6A344AFC6A}" type="pres">
      <dgm:prSet presAssocID="{F6915D01-891A-5148-83B6-F7AF3CB9A0C1}" presName="Accent2" presStyleLbl="node1" presStyleIdx="1" presStyleCnt="13"/>
      <dgm:spPr/>
    </dgm:pt>
    <dgm:pt modelId="{DA8261E0-C0BA-7F48-97F7-5ABC21D83850}" type="pres">
      <dgm:prSet presAssocID="{F6915D01-891A-5148-83B6-F7AF3CB9A0C1}" presName="Accent3" presStyleLbl="node1" presStyleIdx="2" presStyleCnt="13" custScaleX="153768" custScaleY="176988" custLinFactY="-100000" custLinFactNeighborX="70759" custLinFactNeighborY="-182128"/>
      <dgm:spPr/>
    </dgm:pt>
    <dgm:pt modelId="{08A4BA7A-3DF6-3345-B15C-B8AFD51A867C}" type="pres">
      <dgm:prSet presAssocID="{F6915D01-891A-5148-83B6-F7AF3CB9A0C1}" presName="Accent4" presStyleLbl="node1" presStyleIdx="3" presStyleCnt="13"/>
      <dgm:spPr/>
    </dgm:pt>
    <dgm:pt modelId="{1EAA8299-92A0-B242-A103-8C6B798EDFDE}" type="pres">
      <dgm:prSet presAssocID="{F6915D01-891A-5148-83B6-F7AF3CB9A0C1}" presName="Accent5" presStyleLbl="node1" presStyleIdx="4" presStyleCnt="13"/>
      <dgm:spPr/>
    </dgm:pt>
    <dgm:pt modelId="{5D1BA38E-3B69-C94B-9294-558ACF8CC663}" type="pres">
      <dgm:prSet presAssocID="{F6915D01-891A-5148-83B6-F7AF3CB9A0C1}" presName="Accent6" presStyleLbl="node1" presStyleIdx="5" presStyleCnt="13"/>
      <dgm:spPr/>
    </dgm:pt>
    <dgm:pt modelId="{67D9C4DF-5155-CF4E-9EBC-D624F728B5AB}" type="pres">
      <dgm:prSet presAssocID="{964B071A-08E6-7A44-92C1-BE950689B22C}" presName="Child1" presStyleLbl="node1" presStyleIdx="6" presStyleCnt="13" custScaleX="94107" custScaleY="88661" custLinFactNeighborX="-31867" custLinFactNeighborY="48134">
        <dgm:presLayoutVars>
          <dgm:chMax val="0"/>
          <dgm:chPref val="0"/>
        </dgm:presLayoutVars>
      </dgm:prSet>
      <dgm:spPr/>
    </dgm:pt>
    <dgm:pt modelId="{4901452B-B0D3-EB46-9741-7C321112620C}" type="pres">
      <dgm:prSet presAssocID="{964B071A-08E6-7A44-92C1-BE950689B22C}" presName="Accent7" presStyleCnt="0"/>
      <dgm:spPr/>
    </dgm:pt>
    <dgm:pt modelId="{5890923A-5DF0-A141-9F30-2B4D490FAA1C}" type="pres">
      <dgm:prSet presAssocID="{964B071A-08E6-7A44-92C1-BE950689B22C}" presName="AccentHold1" presStyleLbl="node1" presStyleIdx="7" presStyleCnt="13"/>
      <dgm:spPr/>
    </dgm:pt>
    <dgm:pt modelId="{0A94A252-7241-F64A-8C37-084E3E09C75C}" type="pres">
      <dgm:prSet presAssocID="{964B071A-08E6-7A44-92C1-BE950689B22C}" presName="Accent8" presStyleCnt="0"/>
      <dgm:spPr/>
    </dgm:pt>
    <dgm:pt modelId="{ED4DBBBE-3ACB-BE4A-A435-F4FB6759CAC0}" type="pres">
      <dgm:prSet presAssocID="{964B071A-08E6-7A44-92C1-BE950689B22C}" presName="AccentHold2" presStyleLbl="node1" presStyleIdx="8" presStyleCnt="13" custLinFactNeighborX="-2465" custLinFactNeighborY="27110"/>
      <dgm:spPr/>
    </dgm:pt>
    <dgm:pt modelId="{810325A4-35DE-8E4B-8E1C-818B8B569BD7}" type="pres">
      <dgm:prSet presAssocID="{4BEAF58E-63CD-D74A-8873-9047E9572AB2}" presName="Child2" presStyleLbl="node1" presStyleIdx="9" presStyleCnt="13" custScaleX="132673" custScaleY="142306" custLinFactY="6972" custLinFactNeighborX="-3079" custLinFactNeighborY="100000">
        <dgm:presLayoutVars>
          <dgm:chMax val="0"/>
          <dgm:chPref val="0"/>
        </dgm:presLayoutVars>
      </dgm:prSet>
      <dgm:spPr/>
    </dgm:pt>
    <dgm:pt modelId="{D2D58C0B-6F4E-1B4E-B936-6FA8381B3982}" type="pres">
      <dgm:prSet presAssocID="{4BEAF58E-63CD-D74A-8873-9047E9572AB2}" presName="Accent9" presStyleCnt="0"/>
      <dgm:spPr/>
    </dgm:pt>
    <dgm:pt modelId="{70D6EAAD-2588-D946-8FC0-D42AE150163F}" type="pres">
      <dgm:prSet presAssocID="{4BEAF58E-63CD-D74A-8873-9047E9572AB2}" presName="AccentHold1" presStyleLbl="node1" presStyleIdx="10" presStyleCnt="13"/>
      <dgm:spPr/>
    </dgm:pt>
    <dgm:pt modelId="{ED5F03DF-3D11-0548-A213-6C8CA56BD06B}" type="pres">
      <dgm:prSet presAssocID="{4BEAF58E-63CD-D74A-8873-9047E9572AB2}" presName="Accent10" presStyleCnt="0"/>
      <dgm:spPr/>
    </dgm:pt>
    <dgm:pt modelId="{D01E8272-A7A8-8842-B375-21F1339157B4}" type="pres">
      <dgm:prSet presAssocID="{4BEAF58E-63CD-D74A-8873-9047E9572AB2}" presName="AccentHold2" presStyleLbl="node1" presStyleIdx="11" presStyleCnt="13"/>
      <dgm:spPr/>
    </dgm:pt>
    <dgm:pt modelId="{44AA4081-05EA-EA4B-940B-91644AA4DE0B}" type="pres">
      <dgm:prSet presAssocID="{4BEAF58E-63CD-D74A-8873-9047E9572AB2}" presName="Accent11" presStyleCnt="0"/>
      <dgm:spPr/>
    </dgm:pt>
    <dgm:pt modelId="{DC3F710C-FA12-0945-9BCD-10AD2FA17FA7}" type="pres">
      <dgm:prSet presAssocID="{4BEAF58E-63CD-D74A-8873-9047E9572AB2}" presName="AccentHold3" presStyleLbl="node1" presStyleIdx="12" presStyleCnt="13"/>
      <dgm:spPr/>
    </dgm:pt>
  </dgm:ptLst>
  <dgm:cxnLst>
    <dgm:cxn modelId="{6C24C904-39DD-C446-8A80-10A798018325}" srcId="{F6915D01-891A-5148-83B6-F7AF3CB9A0C1}" destId="{964B071A-08E6-7A44-92C1-BE950689B22C}" srcOrd="0" destOrd="0" parTransId="{CFB333B3-F032-9B4A-8837-89062C3962A4}" sibTransId="{71A41F07-FD9F-B44E-9137-CBC0841AF2BA}"/>
    <dgm:cxn modelId="{958B6A1E-91DA-BC4C-A278-3298FDEF49FB}" type="presOf" srcId="{853A22C5-9D1C-BF4F-95EB-5BC8C64977E7}" destId="{224F24D2-0A38-1343-A7BB-92BD65070695}" srcOrd="0" destOrd="0" presId="urn:microsoft.com/office/officeart/2009/3/layout/CircleRelationship"/>
    <dgm:cxn modelId="{9FB57D60-39A2-9045-B8E1-21779B850BB5}" srcId="{853A22C5-9D1C-BF4F-95EB-5BC8C64977E7}" destId="{F6915D01-891A-5148-83B6-F7AF3CB9A0C1}" srcOrd="0" destOrd="0" parTransId="{670672DA-E2DC-D04A-9076-FA2FB867FA3D}" sibTransId="{8218E599-2CE1-714C-9CEC-730BFA268AA9}"/>
    <dgm:cxn modelId="{61ECAF63-61B8-D242-A20F-D98048F5F01B}" srcId="{F6915D01-891A-5148-83B6-F7AF3CB9A0C1}" destId="{4BEAF58E-63CD-D74A-8873-9047E9572AB2}" srcOrd="1" destOrd="0" parTransId="{C9A37464-4139-A04C-B37F-CF2EAD4380EC}" sibTransId="{7A63F131-7C3C-3048-A6B5-4610B6402CD0}"/>
    <dgm:cxn modelId="{8779496E-32F4-604A-8F75-5750479C99B9}" type="presOf" srcId="{964B071A-08E6-7A44-92C1-BE950689B22C}" destId="{67D9C4DF-5155-CF4E-9EBC-D624F728B5AB}" srcOrd="0" destOrd="0" presId="urn:microsoft.com/office/officeart/2009/3/layout/CircleRelationship"/>
    <dgm:cxn modelId="{CE4DBC74-C945-C844-B40C-43AF91DC616D}" type="presOf" srcId="{4BEAF58E-63CD-D74A-8873-9047E9572AB2}" destId="{810325A4-35DE-8E4B-8E1C-818B8B569BD7}" srcOrd="0" destOrd="0" presId="urn:microsoft.com/office/officeart/2009/3/layout/CircleRelationship"/>
    <dgm:cxn modelId="{F1EB3FBC-1BB9-6C42-9972-A33638CB7715}" type="presOf" srcId="{F6915D01-891A-5148-83B6-F7AF3CB9A0C1}" destId="{2142105B-C391-BD4E-A7D7-07C10818EBD5}" srcOrd="0" destOrd="0" presId="urn:microsoft.com/office/officeart/2009/3/layout/CircleRelationship"/>
    <dgm:cxn modelId="{902AA6C9-35E7-9E48-B4BA-10460B1071D5}" type="presParOf" srcId="{224F24D2-0A38-1343-A7BB-92BD65070695}" destId="{2142105B-C391-BD4E-A7D7-07C10818EBD5}" srcOrd="0" destOrd="0" presId="urn:microsoft.com/office/officeart/2009/3/layout/CircleRelationship"/>
    <dgm:cxn modelId="{9122D93B-CD21-DA47-89F1-6C70796CD402}" type="presParOf" srcId="{224F24D2-0A38-1343-A7BB-92BD65070695}" destId="{475995CF-0EA9-B644-B306-49698A345813}" srcOrd="1" destOrd="0" presId="urn:microsoft.com/office/officeart/2009/3/layout/CircleRelationship"/>
    <dgm:cxn modelId="{5C76162E-CE3B-1B47-92AE-3779A77A48DD}" type="presParOf" srcId="{224F24D2-0A38-1343-A7BB-92BD65070695}" destId="{7A094012-785B-D643-A9CF-BB6A344AFC6A}" srcOrd="2" destOrd="0" presId="urn:microsoft.com/office/officeart/2009/3/layout/CircleRelationship"/>
    <dgm:cxn modelId="{4AAA4751-BC1A-2A40-8F92-EA26F92FA375}" type="presParOf" srcId="{224F24D2-0A38-1343-A7BB-92BD65070695}" destId="{DA8261E0-C0BA-7F48-97F7-5ABC21D83850}" srcOrd="3" destOrd="0" presId="urn:microsoft.com/office/officeart/2009/3/layout/CircleRelationship"/>
    <dgm:cxn modelId="{36EDC9C8-7948-364F-B7F3-F8180C653CD9}" type="presParOf" srcId="{224F24D2-0A38-1343-A7BB-92BD65070695}" destId="{08A4BA7A-3DF6-3345-B15C-B8AFD51A867C}" srcOrd="4" destOrd="0" presId="urn:microsoft.com/office/officeart/2009/3/layout/CircleRelationship"/>
    <dgm:cxn modelId="{B92F36CC-B5D0-E740-9131-33E567F7FDE6}" type="presParOf" srcId="{224F24D2-0A38-1343-A7BB-92BD65070695}" destId="{1EAA8299-92A0-B242-A103-8C6B798EDFDE}" srcOrd="5" destOrd="0" presId="urn:microsoft.com/office/officeart/2009/3/layout/CircleRelationship"/>
    <dgm:cxn modelId="{8129F5FF-A95E-0548-9B1F-EC0F9A9077EF}" type="presParOf" srcId="{224F24D2-0A38-1343-A7BB-92BD65070695}" destId="{5D1BA38E-3B69-C94B-9294-558ACF8CC663}" srcOrd="6" destOrd="0" presId="urn:microsoft.com/office/officeart/2009/3/layout/CircleRelationship"/>
    <dgm:cxn modelId="{B1D0A6B4-C268-D64A-8595-1FE4A3E14098}" type="presParOf" srcId="{224F24D2-0A38-1343-A7BB-92BD65070695}" destId="{67D9C4DF-5155-CF4E-9EBC-D624F728B5AB}" srcOrd="7" destOrd="0" presId="urn:microsoft.com/office/officeart/2009/3/layout/CircleRelationship"/>
    <dgm:cxn modelId="{BD36741C-A800-E842-A161-7D3BF6DCDA55}" type="presParOf" srcId="{224F24D2-0A38-1343-A7BB-92BD65070695}" destId="{4901452B-B0D3-EB46-9741-7C321112620C}" srcOrd="8" destOrd="0" presId="urn:microsoft.com/office/officeart/2009/3/layout/CircleRelationship"/>
    <dgm:cxn modelId="{38A1D99E-A8A0-E746-A970-6EC38449FAEB}" type="presParOf" srcId="{4901452B-B0D3-EB46-9741-7C321112620C}" destId="{5890923A-5DF0-A141-9F30-2B4D490FAA1C}" srcOrd="0" destOrd="0" presId="urn:microsoft.com/office/officeart/2009/3/layout/CircleRelationship"/>
    <dgm:cxn modelId="{11E23A1E-6C25-8E48-BE14-7A09C134E0FB}" type="presParOf" srcId="{224F24D2-0A38-1343-A7BB-92BD65070695}" destId="{0A94A252-7241-F64A-8C37-084E3E09C75C}" srcOrd="9" destOrd="0" presId="urn:microsoft.com/office/officeart/2009/3/layout/CircleRelationship"/>
    <dgm:cxn modelId="{F7EF9C3D-CFFA-B846-A1BB-B5C8953D87CB}" type="presParOf" srcId="{0A94A252-7241-F64A-8C37-084E3E09C75C}" destId="{ED4DBBBE-3ACB-BE4A-A435-F4FB6759CAC0}" srcOrd="0" destOrd="0" presId="urn:microsoft.com/office/officeart/2009/3/layout/CircleRelationship"/>
    <dgm:cxn modelId="{874DDB98-224A-3343-AB56-9CD496475251}" type="presParOf" srcId="{224F24D2-0A38-1343-A7BB-92BD65070695}" destId="{810325A4-35DE-8E4B-8E1C-818B8B569BD7}" srcOrd="10" destOrd="0" presId="urn:microsoft.com/office/officeart/2009/3/layout/CircleRelationship"/>
    <dgm:cxn modelId="{EA17EA8B-B6BA-B645-BC5F-F20FACB35FEC}" type="presParOf" srcId="{224F24D2-0A38-1343-A7BB-92BD65070695}" destId="{D2D58C0B-6F4E-1B4E-B936-6FA8381B3982}" srcOrd="11" destOrd="0" presId="urn:microsoft.com/office/officeart/2009/3/layout/CircleRelationship"/>
    <dgm:cxn modelId="{E9316F13-3935-B64C-B28C-45D8BD52D98D}" type="presParOf" srcId="{D2D58C0B-6F4E-1B4E-B936-6FA8381B3982}" destId="{70D6EAAD-2588-D946-8FC0-D42AE150163F}" srcOrd="0" destOrd="0" presId="urn:microsoft.com/office/officeart/2009/3/layout/CircleRelationship"/>
    <dgm:cxn modelId="{621E38DA-0D0D-DD41-A351-BAB0556192D1}" type="presParOf" srcId="{224F24D2-0A38-1343-A7BB-92BD65070695}" destId="{ED5F03DF-3D11-0548-A213-6C8CA56BD06B}" srcOrd="12" destOrd="0" presId="urn:microsoft.com/office/officeart/2009/3/layout/CircleRelationship"/>
    <dgm:cxn modelId="{F1AF99DA-A875-4F43-B06E-4CF2E7800989}" type="presParOf" srcId="{ED5F03DF-3D11-0548-A213-6C8CA56BD06B}" destId="{D01E8272-A7A8-8842-B375-21F1339157B4}" srcOrd="0" destOrd="0" presId="urn:microsoft.com/office/officeart/2009/3/layout/CircleRelationship"/>
    <dgm:cxn modelId="{C0D18265-02CC-1847-8766-F48C128E39F0}" type="presParOf" srcId="{224F24D2-0A38-1343-A7BB-92BD65070695}" destId="{44AA4081-05EA-EA4B-940B-91644AA4DE0B}" srcOrd="13" destOrd="0" presId="urn:microsoft.com/office/officeart/2009/3/layout/CircleRelationship"/>
    <dgm:cxn modelId="{C23D9EB0-225A-5344-B371-C50C208595CE}" type="presParOf" srcId="{44AA4081-05EA-EA4B-940B-91644AA4DE0B}" destId="{DC3F710C-FA12-0945-9BCD-10AD2FA17FA7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E9A853-FF14-A849-BB18-93F2800E8726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60CF6B-373D-B249-8766-AED9054E82E4}">
      <dgm:prSet phldrT="[Text]" custT="1"/>
      <dgm:spPr/>
      <dgm:t>
        <a:bodyPr/>
        <a:lstStyle/>
        <a:p>
          <a:pPr rtl="1"/>
          <a:r>
            <a:rPr lang="he-IL" sz="1600" dirty="0"/>
            <a:t>רקע וסקירת ספרות:</a:t>
          </a:r>
          <a:endParaRPr lang="en-US" sz="1600" dirty="0"/>
        </a:p>
      </dgm:t>
    </dgm:pt>
    <dgm:pt modelId="{C194C5D8-F4B0-9E4A-ACDA-63D2EF996826}" type="parTrans" cxnId="{EB95437C-2096-CC42-870B-B298F31EDC11}">
      <dgm:prSet/>
      <dgm:spPr/>
      <dgm:t>
        <a:bodyPr/>
        <a:lstStyle/>
        <a:p>
          <a:endParaRPr lang="en-US"/>
        </a:p>
      </dgm:t>
    </dgm:pt>
    <dgm:pt modelId="{4F9B0D0B-DA22-EC49-8073-AB0C8930AF05}" type="sibTrans" cxnId="{EB95437C-2096-CC42-870B-B298F31EDC11}">
      <dgm:prSet/>
      <dgm:spPr/>
      <dgm:t>
        <a:bodyPr/>
        <a:lstStyle/>
        <a:p>
          <a:endParaRPr lang="en-US"/>
        </a:p>
      </dgm:t>
    </dgm:pt>
    <dgm:pt modelId="{9D1725A6-F0D2-704D-99D8-7F8114AEBB3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sz="1600" dirty="0"/>
            <a:t>בשנים האחרונות תופעת הפייק ניוז הפכה לבעיה גלובלית, עם השפעה רחבה על תחומים שונים בחיי היומיום.</a:t>
          </a:r>
        </a:p>
        <a:p>
          <a:pPr>
            <a:buFont typeface="Arial" panose="020B0604020202020204" pitchFamily="34" charset="0"/>
            <a:buChar char="•"/>
          </a:pPr>
          <a:endParaRPr lang="en-US" sz="1200" dirty="0"/>
        </a:p>
      </dgm:t>
    </dgm:pt>
    <dgm:pt modelId="{8319CF2A-6EC5-3846-9FBE-B611BCE579E8}" type="parTrans" cxnId="{479A15DB-6D0D-A142-A10E-C4974CF72F9A}">
      <dgm:prSet/>
      <dgm:spPr/>
      <dgm:t>
        <a:bodyPr/>
        <a:lstStyle/>
        <a:p>
          <a:endParaRPr lang="en-US"/>
        </a:p>
      </dgm:t>
    </dgm:pt>
    <dgm:pt modelId="{6C6D848B-C49C-D844-BBF5-EA49220E2BFD}" type="sibTrans" cxnId="{479A15DB-6D0D-A142-A10E-C4974CF72F9A}">
      <dgm:prSet/>
      <dgm:spPr/>
      <dgm:t>
        <a:bodyPr/>
        <a:lstStyle/>
        <a:p>
          <a:endParaRPr lang="en-US"/>
        </a:p>
      </dgm:t>
    </dgm:pt>
    <dgm:pt modelId="{F62FAC1E-2A15-BE4C-8AB4-F5A7FACC6DE3}">
      <dgm:prSet phldrT="[Text]" custT="1"/>
      <dgm:spPr>
        <a:ln>
          <a:noFill/>
        </a:ln>
      </dgm:spPr>
      <dgm:t>
        <a:bodyPr/>
        <a:lstStyle/>
        <a:p>
          <a:pPr algn="r"/>
          <a:r>
            <a:rPr lang="he-IL" sz="1600" dirty="0"/>
            <a:t>פלטפורמות כמו טיקטוק משמשות ככלי רב עצמה לשיתוף מידע , אך בה בעת מאפשרות הפצה מהירה של תוכן שקרי. </a:t>
          </a:r>
          <a:br>
            <a:rPr lang="en-US" sz="1600" dirty="0"/>
          </a:br>
          <a:br>
            <a:rPr lang="en-US" sz="1600" dirty="0"/>
          </a:br>
          <a:br>
            <a:rPr lang="en-US" sz="1200" dirty="0"/>
          </a:br>
          <a:r>
            <a:rPr lang="he-IL" sz="1200" dirty="0"/>
            <a:t>  </a:t>
          </a:r>
          <a:r>
            <a:rPr lang="en-US" sz="1200" dirty="0"/>
            <a:t> </a:t>
          </a:r>
        </a:p>
      </dgm:t>
    </dgm:pt>
    <dgm:pt modelId="{5D46C5FB-E74D-314E-9953-1B4D1C1F6F31}" type="sibTrans" cxnId="{EAA08FF9-184A-2044-B8AE-84F165577803}">
      <dgm:prSet/>
      <dgm:spPr/>
      <dgm:t>
        <a:bodyPr/>
        <a:lstStyle/>
        <a:p>
          <a:endParaRPr lang="en-US"/>
        </a:p>
      </dgm:t>
    </dgm:pt>
    <dgm:pt modelId="{F74E383F-48F7-3E4C-A289-33ACBB1673E2}" type="parTrans" cxnId="{EAA08FF9-184A-2044-B8AE-84F165577803}">
      <dgm:prSet/>
      <dgm:spPr/>
      <dgm:t>
        <a:bodyPr/>
        <a:lstStyle/>
        <a:p>
          <a:endParaRPr lang="en-US"/>
        </a:p>
      </dgm:t>
    </dgm:pt>
    <dgm:pt modelId="{90A7DD3C-8C75-9D4D-BFDF-4F4B41DE384A}">
      <dgm:prSet custT="1"/>
      <dgm:spPr/>
      <dgm:t>
        <a:bodyPr/>
        <a:lstStyle/>
        <a:p>
          <a:pPr algn="ctr" rtl="1">
            <a:buFont typeface="Arial" panose="020B0604020202020204" pitchFamily="34" charset="0"/>
            <a:buChar char="•"/>
          </a:pPr>
          <a:r>
            <a:rPr lang="he-IL" sz="1600" dirty="0"/>
            <a:t>כלים מבוססים בינה מלאכותית מסייעים באימות ותמלול מידע ,כמו למשל:</a:t>
          </a:r>
          <a:br>
            <a:rPr lang="en-IL" sz="1600" dirty="0"/>
          </a:br>
          <a:r>
            <a:rPr lang="en-US" sz="1600" b="0" u="none" dirty="0"/>
            <a:t>Claim </a:t>
          </a:r>
          <a:r>
            <a:rPr lang="en-US" sz="1600" b="0" u="none" dirty="0" err="1"/>
            <a:t>Buster,Speak</a:t>
          </a:r>
          <a:r>
            <a:rPr lang="en-US" sz="1600" b="0" u="none" dirty="0"/>
            <a:t> AI</a:t>
          </a:r>
        </a:p>
      </dgm:t>
    </dgm:pt>
    <dgm:pt modelId="{ED457043-377B-D845-84D7-3C88C4DD1A6C}" type="parTrans" cxnId="{2C879AE2-AF17-9C4A-B094-9EC28C2F6AAD}">
      <dgm:prSet/>
      <dgm:spPr/>
      <dgm:t>
        <a:bodyPr/>
        <a:lstStyle/>
        <a:p>
          <a:endParaRPr lang="en-US"/>
        </a:p>
      </dgm:t>
    </dgm:pt>
    <dgm:pt modelId="{0CAE7A0C-5D3F-FD4B-A502-0CD650735C83}" type="sibTrans" cxnId="{2C879AE2-AF17-9C4A-B094-9EC28C2F6AAD}">
      <dgm:prSet/>
      <dgm:spPr/>
      <dgm:t>
        <a:bodyPr/>
        <a:lstStyle/>
        <a:p>
          <a:endParaRPr lang="en-US"/>
        </a:p>
      </dgm:t>
    </dgm:pt>
    <dgm:pt modelId="{01F27E53-1649-574E-82ED-C2ED4443D24B}" type="pres">
      <dgm:prSet presAssocID="{58E9A853-FF14-A849-BB18-93F2800E872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D749658-BD76-814F-8A0F-B2DF2FA558AC}" type="pres">
      <dgm:prSet presAssocID="{D960CF6B-373D-B249-8766-AED9054E82E4}" presName="hierRoot1" presStyleCnt="0">
        <dgm:presLayoutVars>
          <dgm:hierBranch val="init"/>
        </dgm:presLayoutVars>
      </dgm:prSet>
      <dgm:spPr/>
    </dgm:pt>
    <dgm:pt modelId="{201DD3AE-B290-1045-B765-BA9AFE646613}" type="pres">
      <dgm:prSet presAssocID="{D960CF6B-373D-B249-8766-AED9054E82E4}" presName="rootComposite1" presStyleCnt="0"/>
      <dgm:spPr/>
    </dgm:pt>
    <dgm:pt modelId="{789254F8-F5F5-3440-B7B2-283C80CB931D}" type="pres">
      <dgm:prSet presAssocID="{D960CF6B-373D-B249-8766-AED9054E82E4}" presName="rootText1" presStyleLbl="node0" presStyleIdx="0" presStyleCnt="1" custLinFactNeighborX="-256" custLinFactNeighborY="-11184">
        <dgm:presLayoutVars>
          <dgm:chPref val="3"/>
        </dgm:presLayoutVars>
      </dgm:prSet>
      <dgm:spPr/>
    </dgm:pt>
    <dgm:pt modelId="{9795D172-F95F-0141-AB44-31318FFA4360}" type="pres">
      <dgm:prSet presAssocID="{D960CF6B-373D-B249-8766-AED9054E82E4}" presName="rootConnector1" presStyleLbl="node1" presStyleIdx="0" presStyleCnt="0"/>
      <dgm:spPr/>
    </dgm:pt>
    <dgm:pt modelId="{AEC09CBD-9004-4246-92F9-4CF2BA4244B1}" type="pres">
      <dgm:prSet presAssocID="{D960CF6B-373D-B249-8766-AED9054E82E4}" presName="hierChild2" presStyleCnt="0"/>
      <dgm:spPr/>
    </dgm:pt>
    <dgm:pt modelId="{A796F2D8-E554-FD4A-ADDC-FC8CCFB042AB}" type="pres">
      <dgm:prSet presAssocID="{8319CF2A-6EC5-3846-9FBE-B611BCE579E8}" presName="Name64" presStyleLbl="parChTrans1D2" presStyleIdx="0" presStyleCnt="3"/>
      <dgm:spPr/>
    </dgm:pt>
    <dgm:pt modelId="{457B9E79-A3FA-DD4B-AEFB-4DE1DC793D13}" type="pres">
      <dgm:prSet presAssocID="{9D1725A6-F0D2-704D-99D8-7F8114AEBB3A}" presName="hierRoot2" presStyleCnt="0">
        <dgm:presLayoutVars>
          <dgm:hierBranch val="init"/>
        </dgm:presLayoutVars>
      </dgm:prSet>
      <dgm:spPr/>
    </dgm:pt>
    <dgm:pt modelId="{DB0C941B-21FF-974F-9127-B33005607D40}" type="pres">
      <dgm:prSet presAssocID="{9D1725A6-F0D2-704D-99D8-7F8114AEBB3A}" presName="rootComposite" presStyleCnt="0"/>
      <dgm:spPr/>
    </dgm:pt>
    <dgm:pt modelId="{0D5781A5-BF68-9E4A-B61C-06DF923CD1BC}" type="pres">
      <dgm:prSet presAssocID="{9D1725A6-F0D2-704D-99D8-7F8114AEBB3A}" presName="rootText" presStyleLbl="node2" presStyleIdx="0" presStyleCnt="3">
        <dgm:presLayoutVars>
          <dgm:chPref val="3"/>
        </dgm:presLayoutVars>
      </dgm:prSet>
      <dgm:spPr/>
    </dgm:pt>
    <dgm:pt modelId="{305649ED-227D-7749-87F8-30DD5B7C4887}" type="pres">
      <dgm:prSet presAssocID="{9D1725A6-F0D2-704D-99D8-7F8114AEBB3A}" presName="rootConnector" presStyleLbl="node2" presStyleIdx="0" presStyleCnt="3"/>
      <dgm:spPr/>
    </dgm:pt>
    <dgm:pt modelId="{2192CF47-1AAD-DA49-B67F-BC4BC1644A8D}" type="pres">
      <dgm:prSet presAssocID="{9D1725A6-F0D2-704D-99D8-7F8114AEBB3A}" presName="hierChild4" presStyleCnt="0"/>
      <dgm:spPr/>
    </dgm:pt>
    <dgm:pt modelId="{38B5B6B8-60DF-1445-A2EC-5FD606F38C7A}" type="pres">
      <dgm:prSet presAssocID="{9D1725A6-F0D2-704D-99D8-7F8114AEBB3A}" presName="hierChild5" presStyleCnt="0"/>
      <dgm:spPr/>
    </dgm:pt>
    <dgm:pt modelId="{FBB016D0-BCD7-C540-AC92-9F6171CF8E19}" type="pres">
      <dgm:prSet presAssocID="{F74E383F-48F7-3E4C-A289-33ACBB1673E2}" presName="Name64" presStyleLbl="parChTrans1D2" presStyleIdx="1" presStyleCnt="3"/>
      <dgm:spPr/>
    </dgm:pt>
    <dgm:pt modelId="{73EC49C7-E826-4748-A637-273067EFB220}" type="pres">
      <dgm:prSet presAssocID="{F62FAC1E-2A15-BE4C-8AB4-F5A7FACC6DE3}" presName="hierRoot2" presStyleCnt="0">
        <dgm:presLayoutVars>
          <dgm:hierBranch val="init"/>
        </dgm:presLayoutVars>
      </dgm:prSet>
      <dgm:spPr/>
    </dgm:pt>
    <dgm:pt modelId="{FB50E533-1625-8B4A-82CE-2D91142D43A1}" type="pres">
      <dgm:prSet presAssocID="{F62FAC1E-2A15-BE4C-8AB4-F5A7FACC6DE3}" presName="rootComposite" presStyleCnt="0"/>
      <dgm:spPr/>
    </dgm:pt>
    <dgm:pt modelId="{3D6AC6D1-E186-5547-A8CE-57ECE9EFDBB6}" type="pres">
      <dgm:prSet presAssocID="{F62FAC1E-2A15-BE4C-8AB4-F5A7FACC6DE3}" presName="rootText" presStyleLbl="node2" presStyleIdx="1" presStyleCnt="3">
        <dgm:presLayoutVars>
          <dgm:chPref val="3"/>
        </dgm:presLayoutVars>
      </dgm:prSet>
      <dgm:spPr/>
    </dgm:pt>
    <dgm:pt modelId="{29DB38E1-B6F5-C842-9BFE-3CC530FDA0D6}" type="pres">
      <dgm:prSet presAssocID="{F62FAC1E-2A15-BE4C-8AB4-F5A7FACC6DE3}" presName="rootConnector" presStyleLbl="node2" presStyleIdx="1" presStyleCnt="3"/>
      <dgm:spPr/>
    </dgm:pt>
    <dgm:pt modelId="{FF778F3C-FAC9-6343-9873-6F35ACB0CA7A}" type="pres">
      <dgm:prSet presAssocID="{F62FAC1E-2A15-BE4C-8AB4-F5A7FACC6DE3}" presName="hierChild4" presStyleCnt="0"/>
      <dgm:spPr/>
    </dgm:pt>
    <dgm:pt modelId="{93272510-D116-F241-9416-7AD566134DDD}" type="pres">
      <dgm:prSet presAssocID="{F62FAC1E-2A15-BE4C-8AB4-F5A7FACC6DE3}" presName="hierChild5" presStyleCnt="0"/>
      <dgm:spPr/>
    </dgm:pt>
    <dgm:pt modelId="{5E0F197D-A11D-A549-A94C-8BAC91E525DF}" type="pres">
      <dgm:prSet presAssocID="{ED457043-377B-D845-84D7-3C88C4DD1A6C}" presName="Name64" presStyleLbl="parChTrans1D2" presStyleIdx="2" presStyleCnt="3"/>
      <dgm:spPr/>
    </dgm:pt>
    <dgm:pt modelId="{F18678F4-725D-1F4A-AEA4-42EF78EBEAD7}" type="pres">
      <dgm:prSet presAssocID="{90A7DD3C-8C75-9D4D-BFDF-4F4B41DE384A}" presName="hierRoot2" presStyleCnt="0">
        <dgm:presLayoutVars>
          <dgm:hierBranch val="init"/>
        </dgm:presLayoutVars>
      </dgm:prSet>
      <dgm:spPr/>
    </dgm:pt>
    <dgm:pt modelId="{D298A6DD-4201-6846-8DB8-083151EFF192}" type="pres">
      <dgm:prSet presAssocID="{90A7DD3C-8C75-9D4D-BFDF-4F4B41DE384A}" presName="rootComposite" presStyleCnt="0"/>
      <dgm:spPr/>
    </dgm:pt>
    <dgm:pt modelId="{8BF8BE0C-0D86-CE49-8DD8-2A5EC1B24948}" type="pres">
      <dgm:prSet presAssocID="{90A7DD3C-8C75-9D4D-BFDF-4F4B41DE384A}" presName="rootText" presStyleLbl="node2" presStyleIdx="2" presStyleCnt="3" custScaleX="95455" custScaleY="184198">
        <dgm:presLayoutVars>
          <dgm:chPref val="3"/>
        </dgm:presLayoutVars>
      </dgm:prSet>
      <dgm:spPr/>
    </dgm:pt>
    <dgm:pt modelId="{EA4D586A-58A3-8946-A4EF-C31F181F6E59}" type="pres">
      <dgm:prSet presAssocID="{90A7DD3C-8C75-9D4D-BFDF-4F4B41DE384A}" presName="rootConnector" presStyleLbl="node2" presStyleIdx="2" presStyleCnt="3"/>
      <dgm:spPr/>
    </dgm:pt>
    <dgm:pt modelId="{084DB28D-BDA8-794F-913A-7E8CE2A0F0F9}" type="pres">
      <dgm:prSet presAssocID="{90A7DD3C-8C75-9D4D-BFDF-4F4B41DE384A}" presName="hierChild4" presStyleCnt="0"/>
      <dgm:spPr/>
    </dgm:pt>
    <dgm:pt modelId="{4791685B-A2F8-9C45-9456-DF522DFB1A05}" type="pres">
      <dgm:prSet presAssocID="{90A7DD3C-8C75-9D4D-BFDF-4F4B41DE384A}" presName="hierChild5" presStyleCnt="0"/>
      <dgm:spPr/>
    </dgm:pt>
    <dgm:pt modelId="{3E5A56B3-FB3B-4744-ADD7-B921A05D370D}" type="pres">
      <dgm:prSet presAssocID="{D960CF6B-373D-B249-8766-AED9054E82E4}" presName="hierChild3" presStyleCnt="0"/>
      <dgm:spPr/>
    </dgm:pt>
  </dgm:ptLst>
  <dgm:cxnLst>
    <dgm:cxn modelId="{7B36BF24-07E0-BE47-ABFF-136191A740E0}" type="presOf" srcId="{F62FAC1E-2A15-BE4C-8AB4-F5A7FACC6DE3}" destId="{3D6AC6D1-E186-5547-A8CE-57ECE9EFDBB6}" srcOrd="0" destOrd="0" presId="urn:microsoft.com/office/officeart/2009/3/layout/HorizontalOrganizationChart"/>
    <dgm:cxn modelId="{C02E9943-1F77-5E44-97DF-E0BB552A7E26}" type="presOf" srcId="{90A7DD3C-8C75-9D4D-BFDF-4F4B41DE384A}" destId="{8BF8BE0C-0D86-CE49-8DD8-2A5EC1B24948}" srcOrd="0" destOrd="0" presId="urn:microsoft.com/office/officeart/2009/3/layout/HorizontalOrganizationChart"/>
    <dgm:cxn modelId="{9721BC56-31FE-2A49-BD81-451405A81C8F}" type="presOf" srcId="{9D1725A6-F0D2-704D-99D8-7F8114AEBB3A}" destId="{305649ED-227D-7749-87F8-30DD5B7C4887}" srcOrd="1" destOrd="0" presId="urn:microsoft.com/office/officeart/2009/3/layout/HorizontalOrganizationChart"/>
    <dgm:cxn modelId="{87B62D60-A036-3042-9DB0-54E505A99F3A}" type="presOf" srcId="{90A7DD3C-8C75-9D4D-BFDF-4F4B41DE384A}" destId="{EA4D586A-58A3-8946-A4EF-C31F181F6E59}" srcOrd="1" destOrd="0" presId="urn:microsoft.com/office/officeart/2009/3/layout/HorizontalOrganizationChart"/>
    <dgm:cxn modelId="{60591562-CB71-F440-B843-31BEBA20AA5B}" type="presOf" srcId="{F74E383F-48F7-3E4C-A289-33ACBB1673E2}" destId="{FBB016D0-BCD7-C540-AC92-9F6171CF8E19}" srcOrd="0" destOrd="0" presId="urn:microsoft.com/office/officeart/2009/3/layout/HorizontalOrganizationChart"/>
    <dgm:cxn modelId="{CE009167-2A78-F84B-8243-6F9BB4DA24B6}" type="presOf" srcId="{9D1725A6-F0D2-704D-99D8-7F8114AEBB3A}" destId="{0D5781A5-BF68-9E4A-B61C-06DF923CD1BC}" srcOrd="0" destOrd="0" presId="urn:microsoft.com/office/officeart/2009/3/layout/HorizontalOrganizationChart"/>
    <dgm:cxn modelId="{6ADFD770-246F-D647-87B0-911C9CA4CA8F}" type="presOf" srcId="{8319CF2A-6EC5-3846-9FBE-B611BCE579E8}" destId="{A796F2D8-E554-FD4A-ADDC-FC8CCFB042AB}" srcOrd="0" destOrd="0" presId="urn:microsoft.com/office/officeart/2009/3/layout/HorizontalOrganizationChart"/>
    <dgm:cxn modelId="{EB95437C-2096-CC42-870B-B298F31EDC11}" srcId="{58E9A853-FF14-A849-BB18-93F2800E8726}" destId="{D960CF6B-373D-B249-8766-AED9054E82E4}" srcOrd="0" destOrd="0" parTransId="{C194C5D8-F4B0-9E4A-ACDA-63D2EF996826}" sibTransId="{4F9B0D0B-DA22-EC49-8073-AB0C8930AF05}"/>
    <dgm:cxn modelId="{BA28277D-066E-C642-8B32-BFEE0CF1C4A0}" type="presOf" srcId="{58E9A853-FF14-A849-BB18-93F2800E8726}" destId="{01F27E53-1649-574E-82ED-C2ED4443D24B}" srcOrd="0" destOrd="0" presId="urn:microsoft.com/office/officeart/2009/3/layout/HorizontalOrganizationChart"/>
    <dgm:cxn modelId="{AC99F997-B853-9B47-A2BB-49D15F3B10FE}" type="presOf" srcId="{D960CF6B-373D-B249-8766-AED9054E82E4}" destId="{789254F8-F5F5-3440-B7B2-283C80CB931D}" srcOrd="0" destOrd="0" presId="urn:microsoft.com/office/officeart/2009/3/layout/HorizontalOrganizationChart"/>
    <dgm:cxn modelId="{743F14A4-85DF-CC40-899B-CFC33DAAC9BE}" type="presOf" srcId="{F62FAC1E-2A15-BE4C-8AB4-F5A7FACC6DE3}" destId="{29DB38E1-B6F5-C842-9BFE-3CC530FDA0D6}" srcOrd="1" destOrd="0" presId="urn:microsoft.com/office/officeart/2009/3/layout/HorizontalOrganizationChart"/>
    <dgm:cxn modelId="{B29324C6-3CD3-0A45-B6D0-0A1D6F152564}" type="presOf" srcId="{D960CF6B-373D-B249-8766-AED9054E82E4}" destId="{9795D172-F95F-0141-AB44-31318FFA4360}" srcOrd="1" destOrd="0" presId="urn:microsoft.com/office/officeart/2009/3/layout/HorizontalOrganizationChart"/>
    <dgm:cxn modelId="{820BD2D1-FE9B-9343-ABDC-5E2B8EB4CCCD}" type="presOf" srcId="{ED457043-377B-D845-84D7-3C88C4DD1A6C}" destId="{5E0F197D-A11D-A549-A94C-8BAC91E525DF}" srcOrd="0" destOrd="0" presId="urn:microsoft.com/office/officeart/2009/3/layout/HorizontalOrganizationChart"/>
    <dgm:cxn modelId="{479A15DB-6D0D-A142-A10E-C4974CF72F9A}" srcId="{D960CF6B-373D-B249-8766-AED9054E82E4}" destId="{9D1725A6-F0D2-704D-99D8-7F8114AEBB3A}" srcOrd="0" destOrd="0" parTransId="{8319CF2A-6EC5-3846-9FBE-B611BCE579E8}" sibTransId="{6C6D848B-C49C-D844-BBF5-EA49220E2BFD}"/>
    <dgm:cxn modelId="{2C879AE2-AF17-9C4A-B094-9EC28C2F6AAD}" srcId="{D960CF6B-373D-B249-8766-AED9054E82E4}" destId="{90A7DD3C-8C75-9D4D-BFDF-4F4B41DE384A}" srcOrd="2" destOrd="0" parTransId="{ED457043-377B-D845-84D7-3C88C4DD1A6C}" sibTransId="{0CAE7A0C-5D3F-FD4B-A502-0CD650735C83}"/>
    <dgm:cxn modelId="{EAA08FF9-184A-2044-B8AE-84F165577803}" srcId="{D960CF6B-373D-B249-8766-AED9054E82E4}" destId="{F62FAC1E-2A15-BE4C-8AB4-F5A7FACC6DE3}" srcOrd="1" destOrd="0" parTransId="{F74E383F-48F7-3E4C-A289-33ACBB1673E2}" sibTransId="{5D46C5FB-E74D-314E-9953-1B4D1C1F6F31}"/>
    <dgm:cxn modelId="{1A69C02C-5CFA-6441-BE51-8E94B6AA7573}" type="presParOf" srcId="{01F27E53-1649-574E-82ED-C2ED4443D24B}" destId="{8D749658-BD76-814F-8A0F-B2DF2FA558AC}" srcOrd="0" destOrd="0" presId="urn:microsoft.com/office/officeart/2009/3/layout/HorizontalOrganizationChart"/>
    <dgm:cxn modelId="{8C62382B-ED1E-3741-8639-A35903648EE9}" type="presParOf" srcId="{8D749658-BD76-814F-8A0F-B2DF2FA558AC}" destId="{201DD3AE-B290-1045-B765-BA9AFE646613}" srcOrd="0" destOrd="0" presId="urn:microsoft.com/office/officeart/2009/3/layout/HorizontalOrganizationChart"/>
    <dgm:cxn modelId="{B8A4CF9D-669F-0547-A4DD-AAAA7DA7931C}" type="presParOf" srcId="{201DD3AE-B290-1045-B765-BA9AFE646613}" destId="{789254F8-F5F5-3440-B7B2-283C80CB931D}" srcOrd="0" destOrd="0" presId="urn:microsoft.com/office/officeart/2009/3/layout/HorizontalOrganizationChart"/>
    <dgm:cxn modelId="{39CFBD4F-DAEE-724D-802C-B43C1489E3A7}" type="presParOf" srcId="{201DD3AE-B290-1045-B765-BA9AFE646613}" destId="{9795D172-F95F-0141-AB44-31318FFA4360}" srcOrd="1" destOrd="0" presId="urn:microsoft.com/office/officeart/2009/3/layout/HorizontalOrganizationChart"/>
    <dgm:cxn modelId="{6361BC6A-A499-C341-96D6-4ACCE22D3F94}" type="presParOf" srcId="{8D749658-BD76-814F-8A0F-B2DF2FA558AC}" destId="{AEC09CBD-9004-4246-92F9-4CF2BA4244B1}" srcOrd="1" destOrd="0" presId="urn:microsoft.com/office/officeart/2009/3/layout/HorizontalOrganizationChart"/>
    <dgm:cxn modelId="{AD272474-40F6-AC47-95A0-492B99C03E84}" type="presParOf" srcId="{AEC09CBD-9004-4246-92F9-4CF2BA4244B1}" destId="{A796F2D8-E554-FD4A-ADDC-FC8CCFB042AB}" srcOrd="0" destOrd="0" presId="urn:microsoft.com/office/officeart/2009/3/layout/HorizontalOrganizationChart"/>
    <dgm:cxn modelId="{D3419386-FF0B-AC45-8720-4E2B4ABB7264}" type="presParOf" srcId="{AEC09CBD-9004-4246-92F9-4CF2BA4244B1}" destId="{457B9E79-A3FA-DD4B-AEFB-4DE1DC793D13}" srcOrd="1" destOrd="0" presId="urn:microsoft.com/office/officeart/2009/3/layout/HorizontalOrganizationChart"/>
    <dgm:cxn modelId="{0FE709C1-E681-3A48-BD31-DC47CCB0CF17}" type="presParOf" srcId="{457B9E79-A3FA-DD4B-AEFB-4DE1DC793D13}" destId="{DB0C941B-21FF-974F-9127-B33005607D40}" srcOrd="0" destOrd="0" presId="urn:microsoft.com/office/officeart/2009/3/layout/HorizontalOrganizationChart"/>
    <dgm:cxn modelId="{1DDF2890-A305-FA42-8441-4958B581C0FD}" type="presParOf" srcId="{DB0C941B-21FF-974F-9127-B33005607D40}" destId="{0D5781A5-BF68-9E4A-B61C-06DF923CD1BC}" srcOrd="0" destOrd="0" presId="urn:microsoft.com/office/officeart/2009/3/layout/HorizontalOrganizationChart"/>
    <dgm:cxn modelId="{96C0F511-4E45-8640-A9FD-046C1B30ECE9}" type="presParOf" srcId="{DB0C941B-21FF-974F-9127-B33005607D40}" destId="{305649ED-227D-7749-87F8-30DD5B7C4887}" srcOrd="1" destOrd="0" presId="urn:microsoft.com/office/officeart/2009/3/layout/HorizontalOrganizationChart"/>
    <dgm:cxn modelId="{26B7192C-985E-2547-AE37-BA2F6F84A5C9}" type="presParOf" srcId="{457B9E79-A3FA-DD4B-AEFB-4DE1DC793D13}" destId="{2192CF47-1AAD-DA49-B67F-BC4BC1644A8D}" srcOrd="1" destOrd="0" presId="urn:microsoft.com/office/officeart/2009/3/layout/HorizontalOrganizationChart"/>
    <dgm:cxn modelId="{4B48AC5E-DA49-664B-B792-0C7B20E9D650}" type="presParOf" srcId="{457B9E79-A3FA-DD4B-AEFB-4DE1DC793D13}" destId="{38B5B6B8-60DF-1445-A2EC-5FD606F38C7A}" srcOrd="2" destOrd="0" presId="urn:microsoft.com/office/officeart/2009/3/layout/HorizontalOrganizationChart"/>
    <dgm:cxn modelId="{58100D39-ED91-1C42-A426-5ED2975B0EEA}" type="presParOf" srcId="{AEC09CBD-9004-4246-92F9-4CF2BA4244B1}" destId="{FBB016D0-BCD7-C540-AC92-9F6171CF8E19}" srcOrd="2" destOrd="0" presId="urn:microsoft.com/office/officeart/2009/3/layout/HorizontalOrganizationChart"/>
    <dgm:cxn modelId="{2B599895-172E-4D43-8680-FEC588069FE7}" type="presParOf" srcId="{AEC09CBD-9004-4246-92F9-4CF2BA4244B1}" destId="{73EC49C7-E826-4748-A637-273067EFB220}" srcOrd="3" destOrd="0" presId="urn:microsoft.com/office/officeart/2009/3/layout/HorizontalOrganizationChart"/>
    <dgm:cxn modelId="{AC7420AD-0C06-944A-A5CB-D0C313B7AF11}" type="presParOf" srcId="{73EC49C7-E826-4748-A637-273067EFB220}" destId="{FB50E533-1625-8B4A-82CE-2D91142D43A1}" srcOrd="0" destOrd="0" presId="urn:microsoft.com/office/officeart/2009/3/layout/HorizontalOrganizationChart"/>
    <dgm:cxn modelId="{74B84057-7BDF-314F-8D74-50426E10A883}" type="presParOf" srcId="{FB50E533-1625-8B4A-82CE-2D91142D43A1}" destId="{3D6AC6D1-E186-5547-A8CE-57ECE9EFDBB6}" srcOrd="0" destOrd="0" presId="urn:microsoft.com/office/officeart/2009/3/layout/HorizontalOrganizationChart"/>
    <dgm:cxn modelId="{954FF3C3-6416-904D-AA38-21236E809C45}" type="presParOf" srcId="{FB50E533-1625-8B4A-82CE-2D91142D43A1}" destId="{29DB38E1-B6F5-C842-9BFE-3CC530FDA0D6}" srcOrd="1" destOrd="0" presId="urn:microsoft.com/office/officeart/2009/3/layout/HorizontalOrganizationChart"/>
    <dgm:cxn modelId="{6AD840CE-B050-EB45-AC22-9AC0D34B70BD}" type="presParOf" srcId="{73EC49C7-E826-4748-A637-273067EFB220}" destId="{FF778F3C-FAC9-6343-9873-6F35ACB0CA7A}" srcOrd="1" destOrd="0" presId="urn:microsoft.com/office/officeart/2009/3/layout/HorizontalOrganizationChart"/>
    <dgm:cxn modelId="{4DA9F05A-B67E-B446-BC10-FB0B0B8BA386}" type="presParOf" srcId="{73EC49C7-E826-4748-A637-273067EFB220}" destId="{93272510-D116-F241-9416-7AD566134DDD}" srcOrd="2" destOrd="0" presId="urn:microsoft.com/office/officeart/2009/3/layout/HorizontalOrganizationChart"/>
    <dgm:cxn modelId="{CCF129CC-E715-2C43-98DD-07D77A7253F6}" type="presParOf" srcId="{AEC09CBD-9004-4246-92F9-4CF2BA4244B1}" destId="{5E0F197D-A11D-A549-A94C-8BAC91E525DF}" srcOrd="4" destOrd="0" presId="urn:microsoft.com/office/officeart/2009/3/layout/HorizontalOrganizationChart"/>
    <dgm:cxn modelId="{4FFBD2FA-2F6A-024D-932E-93A020EF4302}" type="presParOf" srcId="{AEC09CBD-9004-4246-92F9-4CF2BA4244B1}" destId="{F18678F4-725D-1F4A-AEA4-42EF78EBEAD7}" srcOrd="5" destOrd="0" presId="urn:microsoft.com/office/officeart/2009/3/layout/HorizontalOrganizationChart"/>
    <dgm:cxn modelId="{C32AA953-D4F3-574B-AF1E-1FB82BE84F75}" type="presParOf" srcId="{F18678F4-725D-1F4A-AEA4-42EF78EBEAD7}" destId="{D298A6DD-4201-6846-8DB8-083151EFF192}" srcOrd="0" destOrd="0" presId="urn:microsoft.com/office/officeart/2009/3/layout/HorizontalOrganizationChart"/>
    <dgm:cxn modelId="{20708171-EF39-9A4C-81D2-6E42AA2E67D1}" type="presParOf" srcId="{D298A6DD-4201-6846-8DB8-083151EFF192}" destId="{8BF8BE0C-0D86-CE49-8DD8-2A5EC1B24948}" srcOrd="0" destOrd="0" presId="urn:microsoft.com/office/officeart/2009/3/layout/HorizontalOrganizationChart"/>
    <dgm:cxn modelId="{FC7F8167-E63E-AB46-AC83-40CDB80D115C}" type="presParOf" srcId="{D298A6DD-4201-6846-8DB8-083151EFF192}" destId="{EA4D586A-58A3-8946-A4EF-C31F181F6E59}" srcOrd="1" destOrd="0" presId="urn:microsoft.com/office/officeart/2009/3/layout/HorizontalOrganizationChart"/>
    <dgm:cxn modelId="{790A36FA-4DB6-1C47-B7CC-E24AF3968924}" type="presParOf" srcId="{F18678F4-725D-1F4A-AEA4-42EF78EBEAD7}" destId="{084DB28D-BDA8-794F-913A-7E8CE2A0F0F9}" srcOrd="1" destOrd="0" presId="urn:microsoft.com/office/officeart/2009/3/layout/HorizontalOrganizationChart"/>
    <dgm:cxn modelId="{C1590F6A-8E99-E047-9DF3-AA5FC1473395}" type="presParOf" srcId="{F18678F4-725D-1F4A-AEA4-42EF78EBEAD7}" destId="{4791685B-A2F8-9C45-9456-DF522DFB1A05}" srcOrd="2" destOrd="0" presId="urn:microsoft.com/office/officeart/2009/3/layout/HorizontalOrganizationChart"/>
    <dgm:cxn modelId="{86AF65F6-7D89-D841-879A-EAA7140248D6}" type="presParOf" srcId="{8D749658-BD76-814F-8A0F-B2DF2FA558AC}" destId="{3E5A56B3-FB3B-4744-ADD7-B921A05D370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E0E00D-179A-E34C-BE1B-C0CEEE9E64CA}" type="doc">
      <dgm:prSet loTypeId="urn:microsoft.com/office/officeart/2005/8/layout/cycle8" loCatId="" qsTypeId="urn:microsoft.com/office/officeart/2005/8/quickstyle/simple1" qsCatId="simple" csTypeId="urn:microsoft.com/office/officeart/2005/8/colors/accent1_2" csCatId="accent1" phldr="1"/>
      <dgm:spPr/>
    </dgm:pt>
    <dgm:pt modelId="{CC6B0777-C267-3A41-B2F6-E631625ADA67}">
      <dgm:prSet phldrT="[Text]"/>
      <dgm:spPr/>
      <dgm:t>
        <a:bodyPr/>
        <a:lstStyle/>
        <a:p>
          <a:pPr rtl="1"/>
          <a:r>
            <a:rPr lang="he-IL" b="0" dirty="0"/>
            <a:t>עיבוד שפה טבעית (</a:t>
          </a:r>
          <a:r>
            <a:rPr lang="en-US" b="0" dirty="0"/>
            <a:t>NLP</a:t>
          </a:r>
          <a:r>
            <a:rPr lang="he-IL" b="0" dirty="0"/>
            <a:t>) הוא תחום שמלמד מחשבים להבין ולנתח טקסטים כמו בני אדם. </a:t>
          </a:r>
          <a:br>
            <a:rPr lang="he-IL" b="0" dirty="0"/>
          </a:br>
          <a:br>
            <a:rPr lang="he-IL" b="0" dirty="0"/>
          </a:br>
          <a:endParaRPr lang="en-US" dirty="0"/>
        </a:p>
      </dgm:t>
    </dgm:pt>
    <dgm:pt modelId="{02C8DC51-B718-D14C-AB36-C6C705B71080}" type="parTrans" cxnId="{780FCE9F-B6B9-AA49-8D67-AF1280773531}">
      <dgm:prSet/>
      <dgm:spPr/>
      <dgm:t>
        <a:bodyPr/>
        <a:lstStyle/>
        <a:p>
          <a:endParaRPr lang="en-US"/>
        </a:p>
      </dgm:t>
    </dgm:pt>
    <dgm:pt modelId="{C981A131-FFC3-204E-9115-04B08F6D4256}" type="sibTrans" cxnId="{780FCE9F-B6B9-AA49-8D67-AF1280773531}">
      <dgm:prSet/>
      <dgm:spPr/>
      <dgm:t>
        <a:bodyPr/>
        <a:lstStyle/>
        <a:p>
          <a:endParaRPr lang="en-US"/>
        </a:p>
      </dgm:t>
    </dgm:pt>
    <dgm:pt modelId="{06137D9E-158C-2F42-9137-795896C1DED6}">
      <dgm:prSet phldrT="[Text]"/>
      <dgm:spPr/>
      <dgm:t>
        <a:bodyPr/>
        <a:lstStyle/>
        <a:p>
          <a:pPr rtl="1"/>
          <a:r>
            <a:rPr lang="he-IL" b="0" dirty="0"/>
            <a:t>למידת מכונה (</a:t>
          </a:r>
          <a:r>
            <a:rPr lang="en-US" b="0" dirty="0"/>
            <a:t>ML</a:t>
          </a:r>
          <a:r>
            <a:rPr lang="he-IL" b="0" dirty="0"/>
            <a:t>) היא כלי סטטיסטי למדידת נתונים וסיווגם במערכת על פי אמינותם.</a:t>
          </a:r>
          <a:br>
            <a:rPr lang="he-IL" b="0" dirty="0"/>
          </a:br>
          <a:endParaRPr lang="en-US" dirty="0"/>
        </a:p>
      </dgm:t>
    </dgm:pt>
    <dgm:pt modelId="{096E32E4-9FD5-3441-BA85-7ED2C3D9665F}" type="parTrans" cxnId="{4F61389C-87E7-7F49-8B38-5F0629F3795E}">
      <dgm:prSet/>
      <dgm:spPr/>
      <dgm:t>
        <a:bodyPr/>
        <a:lstStyle/>
        <a:p>
          <a:endParaRPr lang="en-US"/>
        </a:p>
      </dgm:t>
    </dgm:pt>
    <dgm:pt modelId="{4DA0CD7E-C366-F844-91EF-631D8391105F}" type="sibTrans" cxnId="{4F61389C-87E7-7F49-8B38-5F0629F3795E}">
      <dgm:prSet/>
      <dgm:spPr/>
      <dgm:t>
        <a:bodyPr/>
        <a:lstStyle/>
        <a:p>
          <a:endParaRPr lang="en-US"/>
        </a:p>
      </dgm:t>
    </dgm:pt>
    <dgm:pt modelId="{067CCF67-9E3F-A842-AEEB-49ED177D98EE}" type="pres">
      <dgm:prSet presAssocID="{D4E0E00D-179A-E34C-BE1B-C0CEEE9E64CA}" presName="compositeShape" presStyleCnt="0">
        <dgm:presLayoutVars>
          <dgm:chMax val="7"/>
          <dgm:dir/>
          <dgm:resizeHandles val="exact"/>
        </dgm:presLayoutVars>
      </dgm:prSet>
      <dgm:spPr/>
    </dgm:pt>
    <dgm:pt modelId="{32DF4BD8-6819-0E4B-B226-771C5618F7F1}" type="pres">
      <dgm:prSet presAssocID="{D4E0E00D-179A-E34C-BE1B-C0CEEE9E64CA}" presName="wedge1" presStyleLbl="node1" presStyleIdx="0" presStyleCnt="2" custLinFactNeighborX="1747" custLinFactNeighborY="-582"/>
      <dgm:spPr/>
    </dgm:pt>
    <dgm:pt modelId="{033F7190-00C0-0243-AF95-22336BEF54C5}" type="pres">
      <dgm:prSet presAssocID="{D4E0E00D-179A-E34C-BE1B-C0CEEE9E64CA}" presName="dummy1a" presStyleCnt="0"/>
      <dgm:spPr/>
    </dgm:pt>
    <dgm:pt modelId="{EFA1B2D0-338E-2141-8F9E-BFDA52753D31}" type="pres">
      <dgm:prSet presAssocID="{D4E0E00D-179A-E34C-BE1B-C0CEEE9E64CA}" presName="dummy1b" presStyleCnt="0"/>
      <dgm:spPr/>
    </dgm:pt>
    <dgm:pt modelId="{ACF7D1D0-6E72-8246-B440-42D2C6B3CF93}" type="pres">
      <dgm:prSet presAssocID="{D4E0E00D-179A-E34C-BE1B-C0CEEE9E64CA}" presName="wedge1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127F6E0-1AD7-0447-B825-D54AE4263BA7}" type="pres">
      <dgm:prSet presAssocID="{D4E0E00D-179A-E34C-BE1B-C0CEEE9E64CA}" presName="wedge2" presStyleLbl="node1" presStyleIdx="1" presStyleCnt="2" custLinFactNeighborX="-1187" custLinFactNeighborY="-539"/>
      <dgm:spPr/>
    </dgm:pt>
    <dgm:pt modelId="{BFE7A373-60C7-314C-AFB8-B11C0C66B9B2}" type="pres">
      <dgm:prSet presAssocID="{D4E0E00D-179A-E34C-BE1B-C0CEEE9E64CA}" presName="dummy2a" presStyleCnt="0"/>
      <dgm:spPr/>
    </dgm:pt>
    <dgm:pt modelId="{024848AE-485C-9D42-8011-106097B771BF}" type="pres">
      <dgm:prSet presAssocID="{D4E0E00D-179A-E34C-BE1B-C0CEEE9E64CA}" presName="dummy2b" presStyleCnt="0"/>
      <dgm:spPr/>
    </dgm:pt>
    <dgm:pt modelId="{558B032B-2AEE-204E-9D69-8BECA239B6E6}" type="pres">
      <dgm:prSet presAssocID="{D4E0E00D-179A-E34C-BE1B-C0CEEE9E64CA}" presName="wedge2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23882A9E-3F6E-E545-A171-9124CBAC0D07}" type="pres">
      <dgm:prSet presAssocID="{C981A131-FFC3-204E-9115-04B08F6D4256}" presName="arrowWedge1" presStyleLbl="fgSibTrans2D1" presStyleIdx="0" presStyleCnt="2"/>
      <dgm:spPr/>
    </dgm:pt>
    <dgm:pt modelId="{3F5B42EF-E953-C841-A743-2CF33C46752F}" type="pres">
      <dgm:prSet presAssocID="{4DA0CD7E-C366-F844-91EF-631D8391105F}" presName="arrowWedge2" presStyleLbl="fgSibTrans2D1" presStyleIdx="1" presStyleCnt="2"/>
      <dgm:spPr/>
    </dgm:pt>
  </dgm:ptLst>
  <dgm:cxnLst>
    <dgm:cxn modelId="{C48DAB17-AE6E-7A4A-A126-D2BFDC752068}" type="presOf" srcId="{D4E0E00D-179A-E34C-BE1B-C0CEEE9E64CA}" destId="{067CCF67-9E3F-A842-AEEB-49ED177D98EE}" srcOrd="0" destOrd="0" presId="urn:microsoft.com/office/officeart/2005/8/layout/cycle8"/>
    <dgm:cxn modelId="{4F61389C-87E7-7F49-8B38-5F0629F3795E}" srcId="{D4E0E00D-179A-E34C-BE1B-C0CEEE9E64CA}" destId="{06137D9E-158C-2F42-9137-795896C1DED6}" srcOrd="1" destOrd="0" parTransId="{096E32E4-9FD5-3441-BA85-7ED2C3D9665F}" sibTransId="{4DA0CD7E-C366-F844-91EF-631D8391105F}"/>
    <dgm:cxn modelId="{780FCE9F-B6B9-AA49-8D67-AF1280773531}" srcId="{D4E0E00D-179A-E34C-BE1B-C0CEEE9E64CA}" destId="{CC6B0777-C267-3A41-B2F6-E631625ADA67}" srcOrd="0" destOrd="0" parTransId="{02C8DC51-B718-D14C-AB36-C6C705B71080}" sibTransId="{C981A131-FFC3-204E-9115-04B08F6D4256}"/>
    <dgm:cxn modelId="{F35136A7-9BC4-4B4D-97D4-E9FCF8AB8E91}" type="presOf" srcId="{CC6B0777-C267-3A41-B2F6-E631625ADA67}" destId="{32DF4BD8-6819-0E4B-B226-771C5618F7F1}" srcOrd="0" destOrd="0" presId="urn:microsoft.com/office/officeart/2005/8/layout/cycle8"/>
    <dgm:cxn modelId="{29BAD3B1-B584-9640-BC46-97A8370D088A}" type="presOf" srcId="{06137D9E-158C-2F42-9137-795896C1DED6}" destId="{B127F6E0-1AD7-0447-B825-D54AE4263BA7}" srcOrd="0" destOrd="0" presId="urn:microsoft.com/office/officeart/2005/8/layout/cycle8"/>
    <dgm:cxn modelId="{27A1DBBE-C2E9-AC4A-9BE9-1D389EC2972C}" type="presOf" srcId="{CC6B0777-C267-3A41-B2F6-E631625ADA67}" destId="{ACF7D1D0-6E72-8246-B440-42D2C6B3CF93}" srcOrd="1" destOrd="0" presId="urn:microsoft.com/office/officeart/2005/8/layout/cycle8"/>
    <dgm:cxn modelId="{2EA20BC8-17A8-5B49-83C3-A802A89B8D42}" type="presOf" srcId="{06137D9E-158C-2F42-9137-795896C1DED6}" destId="{558B032B-2AEE-204E-9D69-8BECA239B6E6}" srcOrd="1" destOrd="0" presId="urn:microsoft.com/office/officeart/2005/8/layout/cycle8"/>
    <dgm:cxn modelId="{CAE50E57-9BDA-1349-9EDC-703C8F912140}" type="presParOf" srcId="{067CCF67-9E3F-A842-AEEB-49ED177D98EE}" destId="{32DF4BD8-6819-0E4B-B226-771C5618F7F1}" srcOrd="0" destOrd="0" presId="urn:microsoft.com/office/officeart/2005/8/layout/cycle8"/>
    <dgm:cxn modelId="{4BEA5CE6-D091-C143-99B3-BCF80E825242}" type="presParOf" srcId="{067CCF67-9E3F-A842-AEEB-49ED177D98EE}" destId="{033F7190-00C0-0243-AF95-22336BEF54C5}" srcOrd="1" destOrd="0" presId="urn:microsoft.com/office/officeart/2005/8/layout/cycle8"/>
    <dgm:cxn modelId="{8C045A0B-5B28-1949-9CBD-E42A5D6CA82F}" type="presParOf" srcId="{067CCF67-9E3F-A842-AEEB-49ED177D98EE}" destId="{EFA1B2D0-338E-2141-8F9E-BFDA52753D31}" srcOrd="2" destOrd="0" presId="urn:microsoft.com/office/officeart/2005/8/layout/cycle8"/>
    <dgm:cxn modelId="{7DF33869-8A78-4F49-B2EC-90D32928FB98}" type="presParOf" srcId="{067CCF67-9E3F-A842-AEEB-49ED177D98EE}" destId="{ACF7D1D0-6E72-8246-B440-42D2C6B3CF93}" srcOrd="3" destOrd="0" presId="urn:microsoft.com/office/officeart/2005/8/layout/cycle8"/>
    <dgm:cxn modelId="{A334B16B-9E18-544E-AB66-635424494B19}" type="presParOf" srcId="{067CCF67-9E3F-A842-AEEB-49ED177D98EE}" destId="{B127F6E0-1AD7-0447-B825-D54AE4263BA7}" srcOrd="4" destOrd="0" presId="urn:microsoft.com/office/officeart/2005/8/layout/cycle8"/>
    <dgm:cxn modelId="{B1FF2692-9CCD-CB4F-B63B-B378D8F482DD}" type="presParOf" srcId="{067CCF67-9E3F-A842-AEEB-49ED177D98EE}" destId="{BFE7A373-60C7-314C-AFB8-B11C0C66B9B2}" srcOrd="5" destOrd="0" presId="urn:microsoft.com/office/officeart/2005/8/layout/cycle8"/>
    <dgm:cxn modelId="{EF3CCC9A-F6CA-C64C-ADE5-082ED729E8A1}" type="presParOf" srcId="{067CCF67-9E3F-A842-AEEB-49ED177D98EE}" destId="{024848AE-485C-9D42-8011-106097B771BF}" srcOrd="6" destOrd="0" presId="urn:microsoft.com/office/officeart/2005/8/layout/cycle8"/>
    <dgm:cxn modelId="{D8986826-A9AA-B04E-9406-DDF02C84E805}" type="presParOf" srcId="{067CCF67-9E3F-A842-AEEB-49ED177D98EE}" destId="{558B032B-2AEE-204E-9D69-8BECA239B6E6}" srcOrd="7" destOrd="0" presId="urn:microsoft.com/office/officeart/2005/8/layout/cycle8"/>
    <dgm:cxn modelId="{9385EA1F-A101-6547-89DD-55EE440AFD8B}" type="presParOf" srcId="{067CCF67-9E3F-A842-AEEB-49ED177D98EE}" destId="{23882A9E-3F6E-E545-A171-9124CBAC0D07}" srcOrd="8" destOrd="0" presId="urn:microsoft.com/office/officeart/2005/8/layout/cycle8"/>
    <dgm:cxn modelId="{2B75EA05-0CA7-204C-AFC8-90B7EA727A4D}" type="presParOf" srcId="{067CCF67-9E3F-A842-AEEB-49ED177D98EE}" destId="{3F5B42EF-E953-C841-A743-2CF33C46752F}" srcOrd="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A6BF84-186D-9E48-80BF-AF775D902FDC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99F74C-05B9-DD48-B9F9-229B0EF65156}">
      <dgm:prSet phldrT="[Text]"/>
      <dgm:spPr/>
      <dgm:t>
        <a:bodyPr/>
        <a:lstStyle/>
        <a:p>
          <a:r>
            <a:rPr lang="he-IL" b="0" dirty="0"/>
            <a:t>המערכת שלנו מיועדת להגן על משתמשי טיקטוק ,לשפר את האמינות של התוכן בפלטפורמה.</a:t>
          </a:r>
          <a:br>
            <a:rPr lang="he-IL" b="0" dirty="0"/>
          </a:br>
          <a:endParaRPr lang="en-US" dirty="0"/>
        </a:p>
      </dgm:t>
    </dgm:pt>
    <dgm:pt modelId="{10DCD29A-30A8-3C48-A831-536BFEE530E9}" type="parTrans" cxnId="{4FD66F1B-0290-B042-8BD2-EB58107DEF5F}">
      <dgm:prSet/>
      <dgm:spPr/>
      <dgm:t>
        <a:bodyPr/>
        <a:lstStyle/>
        <a:p>
          <a:endParaRPr lang="en-US"/>
        </a:p>
      </dgm:t>
    </dgm:pt>
    <dgm:pt modelId="{54486706-6422-084B-985F-4A8706F11D5E}" type="sibTrans" cxnId="{4FD66F1B-0290-B042-8BD2-EB58107DEF5F}">
      <dgm:prSet/>
      <dgm:spPr/>
      <dgm:t>
        <a:bodyPr/>
        <a:lstStyle/>
        <a:p>
          <a:endParaRPr lang="en-US"/>
        </a:p>
      </dgm:t>
    </dgm:pt>
    <dgm:pt modelId="{53F9EC34-9073-5649-ACDB-04AA68592846}">
      <dgm:prSet phldrT="[Text]"/>
      <dgm:spPr/>
      <dgm:t>
        <a:bodyPr/>
        <a:lstStyle/>
        <a:p>
          <a:pPr rtl="1"/>
          <a:endParaRPr lang="en-US" dirty="0"/>
        </a:p>
      </dgm:t>
    </dgm:pt>
    <dgm:pt modelId="{0F84989C-29A8-FC40-A168-2A89DAAC3E36}" type="parTrans" cxnId="{B8BF976C-831A-5A4C-BEB6-D2A169BE8786}">
      <dgm:prSet/>
      <dgm:spPr/>
      <dgm:t>
        <a:bodyPr/>
        <a:lstStyle/>
        <a:p>
          <a:endParaRPr lang="en-US"/>
        </a:p>
      </dgm:t>
    </dgm:pt>
    <dgm:pt modelId="{A587D98A-0CA2-2A42-895C-485C3C800787}" type="sibTrans" cxnId="{B8BF976C-831A-5A4C-BEB6-D2A169BE8786}">
      <dgm:prSet/>
      <dgm:spPr/>
      <dgm:t>
        <a:bodyPr/>
        <a:lstStyle/>
        <a:p>
          <a:endParaRPr lang="en-US"/>
        </a:p>
      </dgm:t>
    </dgm:pt>
    <dgm:pt modelId="{F05B51C0-F916-E242-89B3-42686893864E}" type="pres">
      <dgm:prSet presAssocID="{EFA6BF84-186D-9E48-80BF-AF775D902FD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E538E4FE-6C61-524F-9CD0-118AD6A9BC71}" type="pres">
      <dgm:prSet presAssocID="{AC99F74C-05B9-DD48-B9F9-229B0EF65156}" presName="singleCycle" presStyleCnt="0"/>
      <dgm:spPr/>
    </dgm:pt>
    <dgm:pt modelId="{A1B078BE-C7F8-194D-BB37-251F2650D8A8}" type="pres">
      <dgm:prSet presAssocID="{AC99F74C-05B9-DD48-B9F9-229B0EF65156}" presName="singleCenter" presStyleLbl="node1" presStyleIdx="0" presStyleCnt="1">
        <dgm:presLayoutVars>
          <dgm:chMax val="7"/>
          <dgm:chPref val="7"/>
        </dgm:presLayoutVars>
      </dgm:prSet>
      <dgm:spPr/>
    </dgm:pt>
  </dgm:ptLst>
  <dgm:cxnLst>
    <dgm:cxn modelId="{4FD66F1B-0290-B042-8BD2-EB58107DEF5F}" srcId="{EFA6BF84-186D-9E48-80BF-AF775D902FDC}" destId="{AC99F74C-05B9-DD48-B9F9-229B0EF65156}" srcOrd="0" destOrd="0" parTransId="{10DCD29A-30A8-3C48-A831-536BFEE530E9}" sibTransId="{54486706-6422-084B-985F-4A8706F11D5E}"/>
    <dgm:cxn modelId="{EEB39A1F-0262-344F-8F9B-A5DC2A3FA7D4}" type="presOf" srcId="{EFA6BF84-186D-9E48-80BF-AF775D902FDC}" destId="{F05B51C0-F916-E242-89B3-42686893864E}" srcOrd="0" destOrd="0" presId="urn:microsoft.com/office/officeart/2008/layout/RadialCluster"/>
    <dgm:cxn modelId="{B8BF976C-831A-5A4C-BEB6-D2A169BE8786}" srcId="{EFA6BF84-186D-9E48-80BF-AF775D902FDC}" destId="{53F9EC34-9073-5649-ACDB-04AA68592846}" srcOrd="1" destOrd="0" parTransId="{0F84989C-29A8-FC40-A168-2A89DAAC3E36}" sibTransId="{A587D98A-0CA2-2A42-895C-485C3C800787}"/>
    <dgm:cxn modelId="{A03D1484-9BE0-FA46-A923-D7577FAA7CB1}" type="presOf" srcId="{AC99F74C-05B9-DD48-B9F9-229B0EF65156}" destId="{A1B078BE-C7F8-194D-BB37-251F2650D8A8}" srcOrd="0" destOrd="0" presId="urn:microsoft.com/office/officeart/2008/layout/RadialCluster"/>
    <dgm:cxn modelId="{DDB44F67-F526-5841-91E0-26405FC44406}" type="presParOf" srcId="{F05B51C0-F916-E242-89B3-42686893864E}" destId="{E538E4FE-6C61-524F-9CD0-118AD6A9BC71}" srcOrd="0" destOrd="0" presId="urn:microsoft.com/office/officeart/2008/layout/RadialCluster"/>
    <dgm:cxn modelId="{FA855B9F-7FA4-C040-B267-6AA64B045D39}" type="presParOf" srcId="{E538E4FE-6C61-524F-9CD0-118AD6A9BC71}" destId="{A1B078BE-C7F8-194D-BB37-251F2650D8A8}" srcOrd="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841BA2-7ADB-C74C-A864-E5F14A9DA8A4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317809-8D2F-C747-AA70-F3B4EB31294C}">
      <dgm:prSet phldrT="[Text]"/>
      <dgm:spPr/>
      <dgm:t>
        <a:bodyPr/>
        <a:lstStyle/>
        <a:p>
          <a:r>
            <a:rPr lang="he-IL" dirty="0"/>
            <a:t>דרישות פונקציונליות:</a:t>
          </a:r>
          <a:endParaRPr lang="en-US" dirty="0"/>
        </a:p>
      </dgm:t>
    </dgm:pt>
    <dgm:pt modelId="{9D56234A-29CA-EA4B-8121-67680E2120E6}" type="parTrans" cxnId="{1F2A8453-DF87-034C-8DA0-3D81E77C3947}">
      <dgm:prSet/>
      <dgm:spPr/>
      <dgm:t>
        <a:bodyPr/>
        <a:lstStyle/>
        <a:p>
          <a:endParaRPr lang="en-US"/>
        </a:p>
      </dgm:t>
    </dgm:pt>
    <dgm:pt modelId="{C059F254-DC10-2545-8D61-3A1A1D01703A}" type="sibTrans" cxnId="{1F2A8453-DF87-034C-8DA0-3D81E77C3947}">
      <dgm:prSet/>
      <dgm:spPr/>
      <dgm:t>
        <a:bodyPr/>
        <a:lstStyle/>
        <a:p>
          <a:endParaRPr lang="en-US"/>
        </a:p>
      </dgm:t>
    </dgm:pt>
    <dgm:pt modelId="{828276BD-B537-BC46-A304-7F69C0C2CA0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sz="1400" dirty="0"/>
            <a:t>יצירת ממשק אינטרנטי ללקוח בשפה האנגלית, הסרטון וידאו </a:t>
          </a:r>
          <a:r>
            <a:rPr lang="he-IL" sz="1400" dirty="0" err="1"/>
            <a:t>שיתומלל</a:t>
          </a:r>
          <a:r>
            <a:rPr lang="he-IL" sz="1400" dirty="0"/>
            <a:t> יהיה בשפה האנגלית בלבד.</a:t>
          </a:r>
          <a:endParaRPr lang="en-US" sz="1400" dirty="0"/>
        </a:p>
      </dgm:t>
    </dgm:pt>
    <dgm:pt modelId="{C29F1DB8-7129-5946-8822-C5D74725E0E3}" type="parTrans" cxnId="{396BEBB7-A335-CE45-9381-8BA1D18FFC69}">
      <dgm:prSet/>
      <dgm:spPr/>
      <dgm:t>
        <a:bodyPr/>
        <a:lstStyle/>
        <a:p>
          <a:endParaRPr lang="en-US"/>
        </a:p>
      </dgm:t>
    </dgm:pt>
    <dgm:pt modelId="{44B1E169-4B33-DD48-8FE8-621E126ABEC8}" type="sibTrans" cxnId="{396BEBB7-A335-CE45-9381-8BA1D18FFC69}">
      <dgm:prSet/>
      <dgm:spPr/>
      <dgm:t>
        <a:bodyPr/>
        <a:lstStyle/>
        <a:p>
          <a:endParaRPr lang="en-US"/>
        </a:p>
      </dgm:t>
    </dgm:pt>
    <dgm:pt modelId="{375B71F7-BF26-C340-89C1-A72F31204EFF}">
      <dgm:prSet phldrT="[Text]" custT="1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he-IL" sz="1400" dirty="0"/>
            <a:t>הכנסת כתובת </a:t>
          </a:r>
          <a:r>
            <a:rPr lang="en-US" sz="1400" dirty="0"/>
            <a:t>URL</a:t>
          </a:r>
          <a:r>
            <a:rPr lang="he-IL" sz="1400" dirty="0"/>
            <a:t> לעיבוד הנתונים.</a:t>
          </a:r>
          <a:endParaRPr lang="en-US" sz="1400" dirty="0"/>
        </a:p>
      </dgm:t>
    </dgm:pt>
    <dgm:pt modelId="{12D9785B-8A92-DA47-B847-FB82D624AFC6}" type="parTrans" cxnId="{935A25DD-F630-754D-B0AF-537084F94D6B}">
      <dgm:prSet/>
      <dgm:spPr/>
      <dgm:t>
        <a:bodyPr/>
        <a:lstStyle/>
        <a:p>
          <a:endParaRPr lang="en-US"/>
        </a:p>
      </dgm:t>
    </dgm:pt>
    <dgm:pt modelId="{35F01ADE-63B7-154D-ACF6-D9C9892D7B4A}" type="sibTrans" cxnId="{935A25DD-F630-754D-B0AF-537084F94D6B}">
      <dgm:prSet/>
      <dgm:spPr/>
      <dgm:t>
        <a:bodyPr/>
        <a:lstStyle/>
        <a:p>
          <a:endParaRPr lang="en-US"/>
        </a:p>
      </dgm:t>
    </dgm:pt>
    <dgm:pt modelId="{05AEC0A9-5C3A-6645-AB50-F094DEFEED9E}">
      <dgm:prSet phldrT="[Text]"/>
      <dgm:spPr/>
      <dgm:t>
        <a:bodyPr/>
        <a:lstStyle/>
        <a:p>
          <a:r>
            <a:rPr lang="he-IL" b="0" u="none" dirty="0"/>
            <a:t>דר</a:t>
          </a:r>
          <a:r>
            <a:rPr lang="he-IL" b="0" i="1" u="none" dirty="0"/>
            <a:t>ישות לא פונקציונליות</a:t>
          </a:r>
          <a:r>
            <a:rPr lang="he-IL" b="1" i="1" u="none" dirty="0"/>
            <a:t>:</a:t>
          </a:r>
          <a:endParaRPr lang="en-US" u="none" dirty="0"/>
        </a:p>
      </dgm:t>
    </dgm:pt>
    <dgm:pt modelId="{1788A380-3190-B248-9012-3AA8A0024ACA}" type="parTrans" cxnId="{B689377D-54D9-3A40-96D6-00FCA2564232}">
      <dgm:prSet/>
      <dgm:spPr/>
      <dgm:t>
        <a:bodyPr/>
        <a:lstStyle/>
        <a:p>
          <a:endParaRPr lang="en-US"/>
        </a:p>
      </dgm:t>
    </dgm:pt>
    <dgm:pt modelId="{FC81DB0B-257D-744A-A22A-1597390B832D}" type="sibTrans" cxnId="{B689377D-54D9-3A40-96D6-00FCA2564232}">
      <dgm:prSet/>
      <dgm:spPr/>
      <dgm:t>
        <a:bodyPr/>
        <a:lstStyle/>
        <a:p>
          <a:endParaRPr lang="en-US"/>
        </a:p>
      </dgm:t>
    </dgm:pt>
    <dgm:pt modelId="{2AD65D1C-33FE-2646-9A9C-E219F67D9836}">
      <dgm:prSet phldrT="[Text]" custT="1"/>
      <dgm:spPr/>
      <dgm:t>
        <a:bodyPr/>
        <a:lstStyle/>
        <a:p>
          <a:pPr rtl="1">
            <a:buFont typeface="Arial" panose="020B0604020202020204" pitchFamily="34" charset="0"/>
            <a:buNone/>
          </a:pPr>
          <a:r>
            <a:rPr lang="he-IL" sz="1400" dirty="0"/>
            <a:t>סביבת</a:t>
          </a:r>
          <a:r>
            <a:rPr lang="he-IL" sz="1400" baseline="0" dirty="0"/>
            <a:t> העבודה הלוקאלית:</a:t>
          </a:r>
        </a:p>
        <a:p>
          <a:pPr rtl="1">
            <a:buFont typeface="Arial" panose="020B0604020202020204" pitchFamily="34" charset="0"/>
            <a:buNone/>
          </a:pPr>
          <a:r>
            <a:rPr lang="en-US" sz="1400" baseline="0" dirty="0"/>
            <a:t>VSCODE</a:t>
          </a:r>
          <a:r>
            <a:rPr lang="he-IL" sz="1400" baseline="0" dirty="0"/>
            <a:t>.</a:t>
          </a:r>
          <a:endParaRPr lang="en-US" sz="1400" dirty="0"/>
        </a:p>
      </dgm:t>
    </dgm:pt>
    <dgm:pt modelId="{2D5EE023-5E5E-B648-A1B6-F5713A994EC7}" type="parTrans" cxnId="{7F1B5B8B-15C3-E041-9464-D482C2FBF549}">
      <dgm:prSet/>
      <dgm:spPr/>
      <dgm:t>
        <a:bodyPr/>
        <a:lstStyle/>
        <a:p>
          <a:endParaRPr lang="en-US"/>
        </a:p>
      </dgm:t>
    </dgm:pt>
    <dgm:pt modelId="{79BD890A-C860-D544-81C0-DA595A7F4D5F}" type="sibTrans" cxnId="{7F1B5B8B-15C3-E041-9464-D482C2FBF549}">
      <dgm:prSet/>
      <dgm:spPr/>
      <dgm:t>
        <a:bodyPr/>
        <a:lstStyle/>
        <a:p>
          <a:endParaRPr lang="en-US"/>
        </a:p>
      </dgm:t>
    </dgm:pt>
    <dgm:pt modelId="{40D17CB9-394B-D341-84A0-DFE83F51B31F}">
      <dgm:prSet phldrT="[Text]" custT="1"/>
      <dgm:spPr/>
      <dgm:t>
        <a:bodyPr/>
        <a:lstStyle/>
        <a:p>
          <a:pPr rtl="1">
            <a:buFont typeface="Arial" panose="020B0604020202020204" pitchFamily="34" charset="0"/>
            <a:buNone/>
          </a:pPr>
          <a:br>
            <a:rPr lang="en-US" sz="1400" dirty="0"/>
          </a:br>
          <a:r>
            <a:rPr lang="he-IL" sz="1400" dirty="0"/>
            <a:t>שפות תכנות:</a:t>
          </a:r>
          <a:br>
            <a:rPr lang="en-US" sz="1400" dirty="0"/>
          </a:br>
          <a:r>
            <a:rPr lang="en-US" sz="1400" dirty="0"/>
            <a:t>Python ,JavaScript ,HTML ,CSS</a:t>
          </a:r>
          <a:br>
            <a:rPr lang="en-US" sz="1400" b="0" dirty="0"/>
          </a:br>
          <a:endParaRPr lang="en-US" sz="1400" dirty="0"/>
        </a:p>
      </dgm:t>
    </dgm:pt>
    <dgm:pt modelId="{6D19AA4B-BFC9-134F-95B9-00CD40FF4563}" type="parTrans" cxnId="{185E167D-95FD-584E-BEF9-2690289F59F5}">
      <dgm:prSet/>
      <dgm:spPr/>
      <dgm:t>
        <a:bodyPr/>
        <a:lstStyle/>
        <a:p>
          <a:endParaRPr lang="en-US"/>
        </a:p>
      </dgm:t>
    </dgm:pt>
    <dgm:pt modelId="{D5741538-3677-864F-BF38-FBE32C5A1E11}" type="sibTrans" cxnId="{185E167D-95FD-584E-BEF9-2690289F59F5}">
      <dgm:prSet/>
      <dgm:spPr/>
      <dgm:t>
        <a:bodyPr/>
        <a:lstStyle/>
        <a:p>
          <a:endParaRPr lang="en-US"/>
        </a:p>
      </dgm:t>
    </dgm:pt>
    <dgm:pt modelId="{3AFFF370-F22A-314C-9206-262EA3E0F147}">
      <dgm:prSet custT="1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he-IL" sz="1400" dirty="0"/>
            <a:t>הצגת</a:t>
          </a:r>
          <a:r>
            <a:rPr lang="he-IL" sz="1400" baseline="0" dirty="0"/>
            <a:t> נתונים סטטיסטים אודות הסרטון על ידי קבלת </a:t>
          </a:r>
          <a:r>
            <a:rPr lang="en-US" sz="1400" baseline="0" dirty="0"/>
            <a:t>data set </a:t>
          </a:r>
          <a:r>
            <a:rPr lang="he-IL" sz="1400" baseline="0" dirty="0"/>
            <a:t> מתאים(סרטונים </a:t>
          </a:r>
          <a:r>
            <a:rPr lang="he-IL" sz="1400" baseline="0" dirty="0" err="1"/>
            <a:t>מתומללים</a:t>
          </a:r>
          <a:r>
            <a:rPr lang="he-IL" sz="1400" baseline="0" dirty="0"/>
            <a:t> מוכנים מראש).</a:t>
          </a:r>
          <a:endParaRPr lang="en-US" sz="1400" dirty="0"/>
        </a:p>
      </dgm:t>
    </dgm:pt>
    <dgm:pt modelId="{6CDD918C-B01B-8547-BCA4-CD14EF810FE7}" type="parTrans" cxnId="{7ACF1984-0A9B-AA42-85BB-EBCE49137260}">
      <dgm:prSet/>
      <dgm:spPr/>
      <dgm:t>
        <a:bodyPr/>
        <a:lstStyle/>
        <a:p>
          <a:endParaRPr lang="en-US"/>
        </a:p>
      </dgm:t>
    </dgm:pt>
    <dgm:pt modelId="{6DD0482A-315B-AB45-8DAA-B705727A4E92}" type="sibTrans" cxnId="{7ACF1984-0A9B-AA42-85BB-EBCE49137260}">
      <dgm:prSet/>
      <dgm:spPr/>
      <dgm:t>
        <a:bodyPr/>
        <a:lstStyle/>
        <a:p>
          <a:endParaRPr lang="en-US"/>
        </a:p>
      </dgm:t>
    </dgm:pt>
    <dgm:pt modelId="{91B67770-796D-8E41-8694-7CC19E005A1B}">
      <dgm:prSet custT="1"/>
      <dgm:spPr/>
      <dgm:t>
        <a:bodyPr/>
        <a:lstStyle/>
        <a:p>
          <a:pPr rtl="1"/>
          <a:r>
            <a:rPr lang="he-IL" sz="1400" dirty="0"/>
            <a:t>שימוש בספריות : </a:t>
          </a:r>
          <a:r>
            <a:rPr lang="en-US" sz="1400" dirty="0"/>
            <a:t>Flask ,</a:t>
          </a:r>
          <a:r>
            <a:rPr lang="en-US" sz="1400" dirty="0" err="1"/>
            <a:t>yt_dlp</a:t>
          </a:r>
          <a:r>
            <a:rPr lang="en-US" sz="1400" dirty="0"/>
            <a:t>, </a:t>
          </a:r>
          <a:r>
            <a:rPr lang="en-US" sz="1400" b="0" dirty="0"/>
            <a:t>whisper,  </a:t>
          </a:r>
          <a:r>
            <a:rPr lang="en-US" sz="1400" b="0" dirty="0" err="1"/>
            <a:t>ssl</a:t>
          </a:r>
          <a:r>
            <a:rPr lang="en-US" sz="1400" b="0" dirty="0"/>
            <a:t>, </a:t>
          </a:r>
          <a:r>
            <a:rPr lang="en-US" sz="1400" b="0" dirty="0" err="1"/>
            <a:t>ffmpeg</a:t>
          </a:r>
          <a:r>
            <a:rPr lang="en-US" sz="1400" b="0" dirty="0"/>
            <a:t>, </a:t>
          </a:r>
          <a:r>
            <a:rPr lang="en-US" sz="1400" b="0" dirty="0" err="1"/>
            <a:t>os</a:t>
          </a:r>
          <a:r>
            <a:rPr lang="en-US" sz="1400" b="0" dirty="0"/>
            <a:t>, </a:t>
          </a:r>
          <a:r>
            <a:rPr lang="en-US" sz="1400" b="0" dirty="0" err="1"/>
            <a:t>render_template</a:t>
          </a:r>
          <a:r>
            <a:rPr lang="en-US" sz="1400" b="0" dirty="0"/>
            <a:t>,  request , </a:t>
          </a:r>
          <a:r>
            <a:rPr lang="en-US" sz="1400" b="0" dirty="0" err="1"/>
            <a:t>jsonify</a:t>
          </a:r>
          <a:br>
            <a:rPr lang="en-US" sz="1400" b="0" dirty="0"/>
          </a:br>
          <a:endParaRPr lang="en-US" sz="1400" dirty="0"/>
        </a:p>
      </dgm:t>
    </dgm:pt>
    <dgm:pt modelId="{7DB53DD9-364A-3742-A081-86034C0F3809}" type="parTrans" cxnId="{9179BE61-6A64-F94F-A11B-834DA6A5D278}">
      <dgm:prSet/>
      <dgm:spPr/>
      <dgm:t>
        <a:bodyPr/>
        <a:lstStyle/>
        <a:p>
          <a:endParaRPr lang="en-US"/>
        </a:p>
      </dgm:t>
    </dgm:pt>
    <dgm:pt modelId="{EA97155D-F39E-8041-9108-582B798CC03D}" type="sibTrans" cxnId="{9179BE61-6A64-F94F-A11B-834DA6A5D278}">
      <dgm:prSet/>
      <dgm:spPr/>
      <dgm:t>
        <a:bodyPr/>
        <a:lstStyle/>
        <a:p>
          <a:endParaRPr lang="en-US"/>
        </a:p>
      </dgm:t>
    </dgm:pt>
    <dgm:pt modelId="{BB2198A2-0DEE-6A4A-959C-840FC5BDAA2E}" type="pres">
      <dgm:prSet presAssocID="{4F841BA2-7ADB-C74C-A864-E5F14A9DA8A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BB61BE-35FC-3C4D-9B79-1DA5ECDF736A}" type="pres">
      <dgm:prSet presAssocID="{CB317809-8D2F-C747-AA70-F3B4EB31294C}" presName="root" presStyleCnt="0"/>
      <dgm:spPr/>
    </dgm:pt>
    <dgm:pt modelId="{2953A757-C43C-DE40-8BE6-1C94508461E1}" type="pres">
      <dgm:prSet presAssocID="{CB317809-8D2F-C747-AA70-F3B4EB31294C}" presName="rootComposite" presStyleCnt="0"/>
      <dgm:spPr/>
    </dgm:pt>
    <dgm:pt modelId="{2C448C5B-77E6-5C45-B19A-ACD44344F96A}" type="pres">
      <dgm:prSet presAssocID="{CB317809-8D2F-C747-AA70-F3B4EB31294C}" presName="rootText" presStyleLbl="node1" presStyleIdx="0" presStyleCnt="2"/>
      <dgm:spPr/>
    </dgm:pt>
    <dgm:pt modelId="{0F6223C3-971B-D740-BC2B-74560CB44EA3}" type="pres">
      <dgm:prSet presAssocID="{CB317809-8D2F-C747-AA70-F3B4EB31294C}" presName="rootConnector" presStyleLbl="node1" presStyleIdx="0" presStyleCnt="2"/>
      <dgm:spPr/>
    </dgm:pt>
    <dgm:pt modelId="{7B229B25-1266-4648-BECD-3AD56307B022}" type="pres">
      <dgm:prSet presAssocID="{CB317809-8D2F-C747-AA70-F3B4EB31294C}" presName="childShape" presStyleCnt="0"/>
      <dgm:spPr/>
    </dgm:pt>
    <dgm:pt modelId="{15401573-6C23-6B4C-83B4-019E442F0255}" type="pres">
      <dgm:prSet presAssocID="{C29F1DB8-7129-5946-8822-C5D74725E0E3}" presName="Name13" presStyleLbl="parChTrans1D2" presStyleIdx="0" presStyleCnt="6"/>
      <dgm:spPr/>
    </dgm:pt>
    <dgm:pt modelId="{51342A96-1562-4B48-94DC-291464A33AF2}" type="pres">
      <dgm:prSet presAssocID="{828276BD-B537-BC46-A304-7F69C0C2CA09}" presName="childText" presStyleLbl="bgAcc1" presStyleIdx="0" presStyleCnt="6" custScaleX="125143">
        <dgm:presLayoutVars>
          <dgm:bulletEnabled val="1"/>
        </dgm:presLayoutVars>
      </dgm:prSet>
      <dgm:spPr/>
    </dgm:pt>
    <dgm:pt modelId="{9AC78BF8-0F9B-214D-80B5-9E97947FBF17}" type="pres">
      <dgm:prSet presAssocID="{12D9785B-8A92-DA47-B847-FB82D624AFC6}" presName="Name13" presStyleLbl="parChTrans1D2" presStyleIdx="1" presStyleCnt="6"/>
      <dgm:spPr/>
    </dgm:pt>
    <dgm:pt modelId="{FA773E7A-F367-FA49-8FAD-BEB1DA732C96}" type="pres">
      <dgm:prSet presAssocID="{375B71F7-BF26-C340-89C1-A72F31204EFF}" presName="childText" presStyleLbl="bgAcc1" presStyleIdx="1" presStyleCnt="6" custScaleX="134281" custScaleY="118241">
        <dgm:presLayoutVars>
          <dgm:bulletEnabled val="1"/>
        </dgm:presLayoutVars>
      </dgm:prSet>
      <dgm:spPr/>
    </dgm:pt>
    <dgm:pt modelId="{9C585573-73E7-074F-B1CE-8C5EDD1931E8}" type="pres">
      <dgm:prSet presAssocID="{6CDD918C-B01B-8547-BCA4-CD14EF810FE7}" presName="Name13" presStyleLbl="parChTrans1D2" presStyleIdx="2" presStyleCnt="6"/>
      <dgm:spPr/>
    </dgm:pt>
    <dgm:pt modelId="{75D0AAF5-70F1-9A4D-8CE1-3F27B4ECA734}" type="pres">
      <dgm:prSet presAssocID="{3AFFF370-F22A-314C-9206-262EA3E0F147}" presName="childText" presStyleLbl="bgAcc1" presStyleIdx="2" presStyleCnt="6" custScaleX="137955" custScaleY="173222">
        <dgm:presLayoutVars>
          <dgm:bulletEnabled val="1"/>
        </dgm:presLayoutVars>
      </dgm:prSet>
      <dgm:spPr/>
    </dgm:pt>
    <dgm:pt modelId="{8220F693-91FF-274B-9757-1C9FE8680E62}" type="pres">
      <dgm:prSet presAssocID="{05AEC0A9-5C3A-6645-AB50-F094DEFEED9E}" presName="root" presStyleCnt="0"/>
      <dgm:spPr/>
    </dgm:pt>
    <dgm:pt modelId="{2DFDD15D-3462-3D4B-A1D5-CD217CEDDB99}" type="pres">
      <dgm:prSet presAssocID="{05AEC0A9-5C3A-6645-AB50-F094DEFEED9E}" presName="rootComposite" presStyleCnt="0"/>
      <dgm:spPr/>
    </dgm:pt>
    <dgm:pt modelId="{FBC28431-AF93-5341-BEDB-8C274DABAC5C}" type="pres">
      <dgm:prSet presAssocID="{05AEC0A9-5C3A-6645-AB50-F094DEFEED9E}" presName="rootText" presStyleLbl="node1" presStyleIdx="1" presStyleCnt="2"/>
      <dgm:spPr/>
    </dgm:pt>
    <dgm:pt modelId="{6FA426A6-E17B-034B-981B-993FC4A51B7F}" type="pres">
      <dgm:prSet presAssocID="{05AEC0A9-5C3A-6645-AB50-F094DEFEED9E}" presName="rootConnector" presStyleLbl="node1" presStyleIdx="1" presStyleCnt="2"/>
      <dgm:spPr/>
    </dgm:pt>
    <dgm:pt modelId="{8B637B5C-2BF0-BE45-8A9C-6267EF1DDE65}" type="pres">
      <dgm:prSet presAssocID="{05AEC0A9-5C3A-6645-AB50-F094DEFEED9E}" presName="childShape" presStyleCnt="0"/>
      <dgm:spPr/>
    </dgm:pt>
    <dgm:pt modelId="{0A78A19B-7F1D-EF4E-8454-D155A39442F8}" type="pres">
      <dgm:prSet presAssocID="{2D5EE023-5E5E-B648-A1B6-F5713A994EC7}" presName="Name13" presStyleLbl="parChTrans1D2" presStyleIdx="3" presStyleCnt="6"/>
      <dgm:spPr/>
    </dgm:pt>
    <dgm:pt modelId="{CCE01A8B-095B-A442-9EDF-0006EC22F3DC}" type="pres">
      <dgm:prSet presAssocID="{2AD65D1C-33FE-2646-9A9C-E219F67D9836}" presName="childText" presStyleLbl="bgAcc1" presStyleIdx="3" presStyleCnt="6" custScaleX="113912" custScaleY="190617">
        <dgm:presLayoutVars>
          <dgm:bulletEnabled val="1"/>
        </dgm:presLayoutVars>
      </dgm:prSet>
      <dgm:spPr/>
    </dgm:pt>
    <dgm:pt modelId="{130E0F4B-BC8E-5B4B-9610-9789934BC3BA}" type="pres">
      <dgm:prSet presAssocID="{6D19AA4B-BFC9-134F-95B9-00CD40FF4563}" presName="Name13" presStyleLbl="parChTrans1D2" presStyleIdx="4" presStyleCnt="6"/>
      <dgm:spPr/>
    </dgm:pt>
    <dgm:pt modelId="{2B720C16-2EA8-DA4D-ADCD-C0678E896A81}" type="pres">
      <dgm:prSet presAssocID="{40D17CB9-394B-D341-84A0-DFE83F51B31F}" presName="childText" presStyleLbl="bgAcc1" presStyleIdx="4" presStyleCnt="6" custScaleX="211636" custScaleY="84853" custLinFactNeighborX="-3333" custLinFactNeighborY="-12361">
        <dgm:presLayoutVars>
          <dgm:bulletEnabled val="1"/>
        </dgm:presLayoutVars>
      </dgm:prSet>
      <dgm:spPr/>
    </dgm:pt>
    <dgm:pt modelId="{63C6E20A-FAA8-814A-8D32-DA727C008A36}" type="pres">
      <dgm:prSet presAssocID="{7DB53DD9-364A-3742-A081-86034C0F3809}" presName="Name13" presStyleLbl="parChTrans1D2" presStyleIdx="5" presStyleCnt="6"/>
      <dgm:spPr/>
    </dgm:pt>
    <dgm:pt modelId="{8EBC157B-11D6-4E40-8531-948943AD1C57}" type="pres">
      <dgm:prSet presAssocID="{91B67770-796D-8E41-8694-7CC19E005A1B}" presName="childText" presStyleLbl="bgAcc1" presStyleIdx="5" presStyleCnt="6" custScaleX="182206" custScaleY="97699" custLinFactNeighborX="-2879" custLinFactNeighborY="-24146">
        <dgm:presLayoutVars>
          <dgm:bulletEnabled val="1"/>
        </dgm:presLayoutVars>
      </dgm:prSet>
      <dgm:spPr/>
    </dgm:pt>
  </dgm:ptLst>
  <dgm:cxnLst>
    <dgm:cxn modelId="{1BFCAE05-A823-8446-B455-A35D785CA777}" type="presOf" srcId="{375B71F7-BF26-C340-89C1-A72F31204EFF}" destId="{FA773E7A-F367-FA49-8FAD-BEB1DA732C96}" srcOrd="0" destOrd="0" presId="urn:microsoft.com/office/officeart/2005/8/layout/hierarchy3"/>
    <dgm:cxn modelId="{B8C0A112-F9C9-E247-8997-3E456AE4469D}" type="presOf" srcId="{6CDD918C-B01B-8547-BCA4-CD14EF810FE7}" destId="{9C585573-73E7-074F-B1CE-8C5EDD1931E8}" srcOrd="0" destOrd="0" presId="urn:microsoft.com/office/officeart/2005/8/layout/hierarchy3"/>
    <dgm:cxn modelId="{DFDFDE14-499A-FC44-8DE4-B1D0F4773F00}" type="presOf" srcId="{05AEC0A9-5C3A-6645-AB50-F094DEFEED9E}" destId="{6FA426A6-E17B-034B-981B-993FC4A51B7F}" srcOrd="1" destOrd="0" presId="urn:microsoft.com/office/officeart/2005/8/layout/hierarchy3"/>
    <dgm:cxn modelId="{9CEDAD28-CA37-F049-B204-52D9D411A582}" type="presOf" srcId="{12D9785B-8A92-DA47-B847-FB82D624AFC6}" destId="{9AC78BF8-0F9B-214D-80B5-9E97947FBF17}" srcOrd="0" destOrd="0" presId="urn:microsoft.com/office/officeart/2005/8/layout/hierarchy3"/>
    <dgm:cxn modelId="{293E4F34-7974-E14B-99AE-5CC23C7B04BE}" type="presOf" srcId="{3AFFF370-F22A-314C-9206-262EA3E0F147}" destId="{75D0AAF5-70F1-9A4D-8CE1-3F27B4ECA734}" srcOrd="0" destOrd="0" presId="urn:microsoft.com/office/officeart/2005/8/layout/hierarchy3"/>
    <dgm:cxn modelId="{A4F41B3D-DF1D-EC4F-AD6F-4B7CF4D582F2}" type="presOf" srcId="{7DB53DD9-364A-3742-A081-86034C0F3809}" destId="{63C6E20A-FAA8-814A-8D32-DA727C008A36}" srcOrd="0" destOrd="0" presId="urn:microsoft.com/office/officeart/2005/8/layout/hierarchy3"/>
    <dgm:cxn modelId="{2112B849-0F90-2047-A0A1-780C99E55765}" type="presOf" srcId="{91B67770-796D-8E41-8694-7CC19E005A1B}" destId="{8EBC157B-11D6-4E40-8531-948943AD1C57}" srcOrd="0" destOrd="0" presId="urn:microsoft.com/office/officeart/2005/8/layout/hierarchy3"/>
    <dgm:cxn modelId="{1F2A8453-DF87-034C-8DA0-3D81E77C3947}" srcId="{4F841BA2-7ADB-C74C-A864-E5F14A9DA8A4}" destId="{CB317809-8D2F-C747-AA70-F3B4EB31294C}" srcOrd="0" destOrd="0" parTransId="{9D56234A-29CA-EA4B-8121-67680E2120E6}" sibTransId="{C059F254-DC10-2545-8D61-3A1A1D01703A}"/>
    <dgm:cxn modelId="{0AF1DC5F-567A-0547-8752-C067E00E6123}" type="presOf" srcId="{6D19AA4B-BFC9-134F-95B9-00CD40FF4563}" destId="{130E0F4B-BC8E-5B4B-9610-9789934BC3BA}" srcOrd="0" destOrd="0" presId="urn:microsoft.com/office/officeart/2005/8/layout/hierarchy3"/>
    <dgm:cxn modelId="{9179BE61-6A64-F94F-A11B-834DA6A5D278}" srcId="{05AEC0A9-5C3A-6645-AB50-F094DEFEED9E}" destId="{91B67770-796D-8E41-8694-7CC19E005A1B}" srcOrd="2" destOrd="0" parTransId="{7DB53DD9-364A-3742-A081-86034C0F3809}" sibTransId="{EA97155D-F39E-8041-9108-582B798CC03D}"/>
    <dgm:cxn modelId="{AC932663-D124-BB43-8E98-B230F17D0104}" type="presOf" srcId="{828276BD-B537-BC46-A304-7F69C0C2CA09}" destId="{51342A96-1562-4B48-94DC-291464A33AF2}" srcOrd="0" destOrd="0" presId="urn:microsoft.com/office/officeart/2005/8/layout/hierarchy3"/>
    <dgm:cxn modelId="{38A35165-60CD-FF46-8EEB-DCDB787F0F35}" type="presOf" srcId="{2D5EE023-5E5E-B648-A1B6-F5713A994EC7}" destId="{0A78A19B-7F1D-EF4E-8454-D155A39442F8}" srcOrd="0" destOrd="0" presId="urn:microsoft.com/office/officeart/2005/8/layout/hierarchy3"/>
    <dgm:cxn modelId="{CC3AD971-39D9-2345-855B-B01D0C65FEC7}" type="presOf" srcId="{05AEC0A9-5C3A-6645-AB50-F094DEFEED9E}" destId="{FBC28431-AF93-5341-BEDB-8C274DABAC5C}" srcOrd="0" destOrd="0" presId="urn:microsoft.com/office/officeart/2005/8/layout/hierarchy3"/>
    <dgm:cxn modelId="{80DE6372-D153-EC42-BD90-54702BD7C316}" type="presOf" srcId="{40D17CB9-394B-D341-84A0-DFE83F51B31F}" destId="{2B720C16-2EA8-DA4D-ADCD-C0678E896A81}" srcOrd="0" destOrd="0" presId="urn:microsoft.com/office/officeart/2005/8/layout/hierarchy3"/>
    <dgm:cxn modelId="{185E167D-95FD-584E-BEF9-2690289F59F5}" srcId="{05AEC0A9-5C3A-6645-AB50-F094DEFEED9E}" destId="{40D17CB9-394B-D341-84A0-DFE83F51B31F}" srcOrd="1" destOrd="0" parTransId="{6D19AA4B-BFC9-134F-95B9-00CD40FF4563}" sibTransId="{D5741538-3677-864F-BF38-FBE32C5A1E11}"/>
    <dgm:cxn modelId="{B689377D-54D9-3A40-96D6-00FCA2564232}" srcId="{4F841BA2-7ADB-C74C-A864-E5F14A9DA8A4}" destId="{05AEC0A9-5C3A-6645-AB50-F094DEFEED9E}" srcOrd="1" destOrd="0" parTransId="{1788A380-3190-B248-9012-3AA8A0024ACA}" sibTransId="{FC81DB0B-257D-744A-A22A-1597390B832D}"/>
    <dgm:cxn modelId="{7ACF1984-0A9B-AA42-85BB-EBCE49137260}" srcId="{CB317809-8D2F-C747-AA70-F3B4EB31294C}" destId="{3AFFF370-F22A-314C-9206-262EA3E0F147}" srcOrd="2" destOrd="0" parTransId="{6CDD918C-B01B-8547-BCA4-CD14EF810FE7}" sibTransId="{6DD0482A-315B-AB45-8DAA-B705727A4E92}"/>
    <dgm:cxn modelId="{7F1B5B8B-15C3-E041-9464-D482C2FBF549}" srcId="{05AEC0A9-5C3A-6645-AB50-F094DEFEED9E}" destId="{2AD65D1C-33FE-2646-9A9C-E219F67D9836}" srcOrd="0" destOrd="0" parTransId="{2D5EE023-5E5E-B648-A1B6-F5713A994EC7}" sibTransId="{79BD890A-C860-D544-81C0-DA595A7F4D5F}"/>
    <dgm:cxn modelId="{889E7390-D35F-DF47-AB93-9C5346EFFCA3}" type="presOf" srcId="{CB317809-8D2F-C747-AA70-F3B4EB31294C}" destId="{0F6223C3-971B-D740-BC2B-74560CB44EA3}" srcOrd="1" destOrd="0" presId="urn:microsoft.com/office/officeart/2005/8/layout/hierarchy3"/>
    <dgm:cxn modelId="{EC0AE6AB-FDF6-5F4E-A87C-ED6FC8FD6AF4}" type="presOf" srcId="{2AD65D1C-33FE-2646-9A9C-E219F67D9836}" destId="{CCE01A8B-095B-A442-9EDF-0006EC22F3DC}" srcOrd="0" destOrd="0" presId="urn:microsoft.com/office/officeart/2005/8/layout/hierarchy3"/>
    <dgm:cxn modelId="{01C6CFB5-BF0B-FD47-978E-4E8CEC0CB431}" type="presOf" srcId="{CB317809-8D2F-C747-AA70-F3B4EB31294C}" destId="{2C448C5B-77E6-5C45-B19A-ACD44344F96A}" srcOrd="0" destOrd="0" presId="urn:microsoft.com/office/officeart/2005/8/layout/hierarchy3"/>
    <dgm:cxn modelId="{396BEBB7-A335-CE45-9381-8BA1D18FFC69}" srcId="{CB317809-8D2F-C747-AA70-F3B4EB31294C}" destId="{828276BD-B537-BC46-A304-7F69C0C2CA09}" srcOrd="0" destOrd="0" parTransId="{C29F1DB8-7129-5946-8822-C5D74725E0E3}" sibTransId="{44B1E169-4B33-DD48-8FE8-621E126ABEC8}"/>
    <dgm:cxn modelId="{B922D0C7-FEDB-5741-A10D-725F36D37604}" type="presOf" srcId="{C29F1DB8-7129-5946-8822-C5D74725E0E3}" destId="{15401573-6C23-6B4C-83B4-019E442F0255}" srcOrd="0" destOrd="0" presId="urn:microsoft.com/office/officeart/2005/8/layout/hierarchy3"/>
    <dgm:cxn modelId="{8F04A4C8-3BE3-1D4E-B7C1-7CF9822ED534}" type="presOf" srcId="{4F841BA2-7ADB-C74C-A864-E5F14A9DA8A4}" destId="{BB2198A2-0DEE-6A4A-959C-840FC5BDAA2E}" srcOrd="0" destOrd="0" presId="urn:microsoft.com/office/officeart/2005/8/layout/hierarchy3"/>
    <dgm:cxn modelId="{935A25DD-F630-754D-B0AF-537084F94D6B}" srcId="{CB317809-8D2F-C747-AA70-F3B4EB31294C}" destId="{375B71F7-BF26-C340-89C1-A72F31204EFF}" srcOrd="1" destOrd="0" parTransId="{12D9785B-8A92-DA47-B847-FB82D624AFC6}" sibTransId="{35F01ADE-63B7-154D-ACF6-D9C9892D7B4A}"/>
    <dgm:cxn modelId="{3C7C24A6-13CA-3F45-BEE1-4DE5FBCFCB03}" type="presParOf" srcId="{BB2198A2-0DEE-6A4A-959C-840FC5BDAA2E}" destId="{0ABB61BE-35FC-3C4D-9B79-1DA5ECDF736A}" srcOrd="0" destOrd="0" presId="urn:microsoft.com/office/officeart/2005/8/layout/hierarchy3"/>
    <dgm:cxn modelId="{BAA91E99-6301-A94D-B811-2A18D47392D9}" type="presParOf" srcId="{0ABB61BE-35FC-3C4D-9B79-1DA5ECDF736A}" destId="{2953A757-C43C-DE40-8BE6-1C94508461E1}" srcOrd="0" destOrd="0" presId="urn:microsoft.com/office/officeart/2005/8/layout/hierarchy3"/>
    <dgm:cxn modelId="{8213D7DC-EE80-CC4A-8F68-59C32DDF966D}" type="presParOf" srcId="{2953A757-C43C-DE40-8BE6-1C94508461E1}" destId="{2C448C5B-77E6-5C45-B19A-ACD44344F96A}" srcOrd="0" destOrd="0" presId="urn:microsoft.com/office/officeart/2005/8/layout/hierarchy3"/>
    <dgm:cxn modelId="{DCA380BC-8177-0E42-9A32-2914D654230B}" type="presParOf" srcId="{2953A757-C43C-DE40-8BE6-1C94508461E1}" destId="{0F6223C3-971B-D740-BC2B-74560CB44EA3}" srcOrd="1" destOrd="0" presId="urn:microsoft.com/office/officeart/2005/8/layout/hierarchy3"/>
    <dgm:cxn modelId="{92E2FD2A-94AC-584B-B18F-B9DE4C4C5995}" type="presParOf" srcId="{0ABB61BE-35FC-3C4D-9B79-1DA5ECDF736A}" destId="{7B229B25-1266-4648-BECD-3AD56307B022}" srcOrd="1" destOrd="0" presId="urn:microsoft.com/office/officeart/2005/8/layout/hierarchy3"/>
    <dgm:cxn modelId="{8B68907F-AF85-8F41-9F53-E401C01585DA}" type="presParOf" srcId="{7B229B25-1266-4648-BECD-3AD56307B022}" destId="{15401573-6C23-6B4C-83B4-019E442F0255}" srcOrd="0" destOrd="0" presId="urn:microsoft.com/office/officeart/2005/8/layout/hierarchy3"/>
    <dgm:cxn modelId="{5BEBD1F1-7EB7-8647-B2B6-CB2F2D6EA58A}" type="presParOf" srcId="{7B229B25-1266-4648-BECD-3AD56307B022}" destId="{51342A96-1562-4B48-94DC-291464A33AF2}" srcOrd="1" destOrd="0" presId="urn:microsoft.com/office/officeart/2005/8/layout/hierarchy3"/>
    <dgm:cxn modelId="{B5752D79-75F9-B847-8B17-7153DEE33436}" type="presParOf" srcId="{7B229B25-1266-4648-BECD-3AD56307B022}" destId="{9AC78BF8-0F9B-214D-80B5-9E97947FBF17}" srcOrd="2" destOrd="0" presId="urn:microsoft.com/office/officeart/2005/8/layout/hierarchy3"/>
    <dgm:cxn modelId="{F1675D98-D6EE-D447-8B51-EB6A4E7E2DB6}" type="presParOf" srcId="{7B229B25-1266-4648-BECD-3AD56307B022}" destId="{FA773E7A-F367-FA49-8FAD-BEB1DA732C96}" srcOrd="3" destOrd="0" presId="urn:microsoft.com/office/officeart/2005/8/layout/hierarchy3"/>
    <dgm:cxn modelId="{D82BFA9F-8A99-DE45-BE0B-0021FBA6BD63}" type="presParOf" srcId="{7B229B25-1266-4648-BECD-3AD56307B022}" destId="{9C585573-73E7-074F-B1CE-8C5EDD1931E8}" srcOrd="4" destOrd="0" presId="urn:microsoft.com/office/officeart/2005/8/layout/hierarchy3"/>
    <dgm:cxn modelId="{1BFEF82E-A2AC-3A46-9ED4-B5D92F00A603}" type="presParOf" srcId="{7B229B25-1266-4648-BECD-3AD56307B022}" destId="{75D0AAF5-70F1-9A4D-8CE1-3F27B4ECA734}" srcOrd="5" destOrd="0" presId="urn:microsoft.com/office/officeart/2005/8/layout/hierarchy3"/>
    <dgm:cxn modelId="{D7AA8F9D-3E98-7446-93EC-1258C9D07564}" type="presParOf" srcId="{BB2198A2-0DEE-6A4A-959C-840FC5BDAA2E}" destId="{8220F693-91FF-274B-9757-1C9FE8680E62}" srcOrd="1" destOrd="0" presId="urn:microsoft.com/office/officeart/2005/8/layout/hierarchy3"/>
    <dgm:cxn modelId="{5A77FB1B-B9B1-144B-8541-4903504C366B}" type="presParOf" srcId="{8220F693-91FF-274B-9757-1C9FE8680E62}" destId="{2DFDD15D-3462-3D4B-A1D5-CD217CEDDB99}" srcOrd="0" destOrd="0" presId="urn:microsoft.com/office/officeart/2005/8/layout/hierarchy3"/>
    <dgm:cxn modelId="{BC9A926D-1DE4-8541-BC8E-847AA090CDE0}" type="presParOf" srcId="{2DFDD15D-3462-3D4B-A1D5-CD217CEDDB99}" destId="{FBC28431-AF93-5341-BEDB-8C274DABAC5C}" srcOrd="0" destOrd="0" presId="urn:microsoft.com/office/officeart/2005/8/layout/hierarchy3"/>
    <dgm:cxn modelId="{C0A99057-76F9-C047-AAE1-6793C5E2FA48}" type="presParOf" srcId="{2DFDD15D-3462-3D4B-A1D5-CD217CEDDB99}" destId="{6FA426A6-E17B-034B-981B-993FC4A51B7F}" srcOrd="1" destOrd="0" presId="urn:microsoft.com/office/officeart/2005/8/layout/hierarchy3"/>
    <dgm:cxn modelId="{DC4E3829-7453-5A4D-9EE7-A6A6B77AB553}" type="presParOf" srcId="{8220F693-91FF-274B-9757-1C9FE8680E62}" destId="{8B637B5C-2BF0-BE45-8A9C-6267EF1DDE65}" srcOrd="1" destOrd="0" presId="urn:microsoft.com/office/officeart/2005/8/layout/hierarchy3"/>
    <dgm:cxn modelId="{BDB3489D-6333-B54C-A61D-05E6049E5C3E}" type="presParOf" srcId="{8B637B5C-2BF0-BE45-8A9C-6267EF1DDE65}" destId="{0A78A19B-7F1D-EF4E-8454-D155A39442F8}" srcOrd="0" destOrd="0" presId="urn:microsoft.com/office/officeart/2005/8/layout/hierarchy3"/>
    <dgm:cxn modelId="{4E83F4AC-F034-F84A-9A3B-EFE9D08D0A31}" type="presParOf" srcId="{8B637B5C-2BF0-BE45-8A9C-6267EF1DDE65}" destId="{CCE01A8B-095B-A442-9EDF-0006EC22F3DC}" srcOrd="1" destOrd="0" presId="urn:microsoft.com/office/officeart/2005/8/layout/hierarchy3"/>
    <dgm:cxn modelId="{0D55D8D3-5FED-7F4C-AB7C-1DA416398CDA}" type="presParOf" srcId="{8B637B5C-2BF0-BE45-8A9C-6267EF1DDE65}" destId="{130E0F4B-BC8E-5B4B-9610-9789934BC3BA}" srcOrd="2" destOrd="0" presId="urn:microsoft.com/office/officeart/2005/8/layout/hierarchy3"/>
    <dgm:cxn modelId="{5543CFE1-A4EA-E140-9057-38289A413E8E}" type="presParOf" srcId="{8B637B5C-2BF0-BE45-8A9C-6267EF1DDE65}" destId="{2B720C16-2EA8-DA4D-ADCD-C0678E896A81}" srcOrd="3" destOrd="0" presId="urn:microsoft.com/office/officeart/2005/8/layout/hierarchy3"/>
    <dgm:cxn modelId="{E47AB1EA-5838-6D49-8A3F-2A80F4BD8E9D}" type="presParOf" srcId="{8B637B5C-2BF0-BE45-8A9C-6267EF1DDE65}" destId="{63C6E20A-FAA8-814A-8D32-DA727C008A36}" srcOrd="4" destOrd="0" presId="urn:microsoft.com/office/officeart/2005/8/layout/hierarchy3"/>
    <dgm:cxn modelId="{3C603C17-8D9C-2344-A668-B530C2FD0990}" type="presParOf" srcId="{8B637B5C-2BF0-BE45-8A9C-6267EF1DDE65}" destId="{8EBC157B-11D6-4E40-8531-948943AD1C5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16E7AB-8745-FE41-BF31-411AD9139057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D44AC6-EAA0-5944-BEA6-3BE8EC82CA92}">
      <dgm:prSet phldrT="[Text]" custT="1"/>
      <dgm:spPr/>
      <dgm:t>
        <a:bodyPr/>
        <a:lstStyle/>
        <a:p>
          <a:pPr rtl="1"/>
          <a:r>
            <a:rPr lang="he-IL" sz="2000" dirty="0"/>
            <a:t>המשימות שכרגע נעשו:</a:t>
          </a:r>
          <a:endParaRPr lang="en-US" sz="2000" dirty="0"/>
        </a:p>
      </dgm:t>
    </dgm:pt>
    <dgm:pt modelId="{413FCCF4-E352-4546-9F1A-EF06DBDB9E79}" type="parTrans" cxnId="{E089E959-C117-5542-81DE-DAF01D62534C}">
      <dgm:prSet/>
      <dgm:spPr/>
      <dgm:t>
        <a:bodyPr/>
        <a:lstStyle/>
        <a:p>
          <a:endParaRPr lang="en-US"/>
        </a:p>
      </dgm:t>
    </dgm:pt>
    <dgm:pt modelId="{F2FE5CFD-C831-FA40-B535-05A4F849CFC8}" type="sibTrans" cxnId="{E089E959-C117-5542-81DE-DAF01D62534C}">
      <dgm:prSet/>
      <dgm:spPr/>
      <dgm:t>
        <a:bodyPr/>
        <a:lstStyle/>
        <a:p>
          <a:endParaRPr lang="en-US"/>
        </a:p>
      </dgm:t>
    </dgm:pt>
    <dgm:pt modelId="{6BA06CD7-F9F7-224D-8265-6AF12E95A6BA}">
      <dgm:prSet phldrT="[Text]"/>
      <dgm:spPr/>
      <dgm:t>
        <a:bodyPr/>
        <a:lstStyle/>
        <a:p>
          <a:pPr rtl="1"/>
          <a:r>
            <a:rPr lang="he-IL" dirty="0"/>
            <a:t>דוח אפיון – נעשה בהצלחה.</a:t>
          </a:r>
          <a:br>
            <a:rPr lang="he-IL" dirty="0"/>
          </a:br>
          <a:endParaRPr lang="en-US" dirty="0"/>
        </a:p>
      </dgm:t>
    </dgm:pt>
    <dgm:pt modelId="{C9BB445D-6F11-D641-8161-C2994B538FF9}" type="parTrans" cxnId="{FBB7D393-DB18-9344-9A1D-4C9FC7031FD2}">
      <dgm:prSet/>
      <dgm:spPr/>
      <dgm:t>
        <a:bodyPr/>
        <a:lstStyle/>
        <a:p>
          <a:endParaRPr lang="en-US"/>
        </a:p>
      </dgm:t>
    </dgm:pt>
    <dgm:pt modelId="{FF61D30E-1406-2B4D-8E01-A95C68B1A2EB}" type="sibTrans" cxnId="{FBB7D393-DB18-9344-9A1D-4C9FC7031FD2}">
      <dgm:prSet/>
      <dgm:spPr/>
      <dgm:t>
        <a:bodyPr/>
        <a:lstStyle/>
        <a:p>
          <a:endParaRPr lang="en-US"/>
        </a:p>
      </dgm:t>
    </dgm:pt>
    <dgm:pt modelId="{AEA97358-2D2B-5245-8380-D1E7041A023F}">
      <dgm:prSet phldrT="[Text]"/>
      <dgm:spPr/>
      <dgm:t>
        <a:bodyPr/>
        <a:lstStyle/>
        <a:p>
          <a:r>
            <a:rPr lang="he-IL" dirty="0"/>
            <a:t>תמלול אודיו לטקסט</a:t>
          </a:r>
          <a:endParaRPr lang="en-US" dirty="0"/>
        </a:p>
      </dgm:t>
    </dgm:pt>
    <dgm:pt modelId="{E7C1A4EC-FBC4-254D-BAC8-0C707007519B}" type="parTrans" cxnId="{FD4B5995-BFCC-B746-AA65-892F0F75AC06}">
      <dgm:prSet/>
      <dgm:spPr/>
      <dgm:t>
        <a:bodyPr/>
        <a:lstStyle/>
        <a:p>
          <a:endParaRPr lang="en-US"/>
        </a:p>
      </dgm:t>
    </dgm:pt>
    <dgm:pt modelId="{23C67B33-8808-0148-9D4E-97CDD88DF56D}" type="sibTrans" cxnId="{FD4B5995-BFCC-B746-AA65-892F0F75AC06}">
      <dgm:prSet/>
      <dgm:spPr/>
      <dgm:t>
        <a:bodyPr/>
        <a:lstStyle/>
        <a:p>
          <a:endParaRPr lang="en-US"/>
        </a:p>
      </dgm:t>
    </dgm:pt>
    <dgm:pt modelId="{3FAD1C6E-92A8-024F-BE94-79B6AEBB5F77}">
      <dgm:prSet phldrT="[Text]"/>
      <dgm:spPr/>
      <dgm:t>
        <a:bodyPr/>
        <a:lstStyle/>
        <a:p>
          <a:r>
            <a:rPr lang="he-IL" dirty="0"/>
            <a:t>הבנת דרישות המערכת – נעשה בהצלחה.</a:t>
          </a:r>
          <a:endParaRPr lang="en-US" dirty="0"/>
        </a:p>
      </dgm:t>
    </dgm:pt>
    <dgm:pt modelId="{4601C2CA-57BE-7446-964F-6CE21ED758CE}" type="parTrans" cxnId="{86C44CB5-C39E-D347-8FA9-53338FB5B9DB}">
      <dgm:prSet/>
      <dgm:spPr/>
      <dgm:t>
        <a:bodyPr/>
        <a:lstStyle/>
        <a:p>
          <a:endParaRPr lang="en-US"/>
        </a:p>
      </dgm:t>
    </dgm:pt>
    <dgm:pt modelId="{417EA39B-E7A6-024F-BA2A-E134BB4DC2D9}" type="sibTrans" cxnId="{86C44CB5-C39E-D347-8FA9-53338FB5B9DB}">
      <dgm:prSet/>
      <dgm:spPr/>
      <dgm:t>
        <a:bodyPr/>
        <a:lstStyle/>
        <a:p>
          <a:endParaRPr lang="en-US"/>
        </a:p>
      </dgm:t>
    </dgm:pt>
    <dgm:pt modelId="{8A82F166-B683-F04D-AF99-E042FA120186}">
      <dgm:prSet phldrT="[Text]"/>
      <dgm:spPr/>
      <dgm:t>
        <a:bodyPr/>
        <a:lstStyle/>
        <a:p>
          <a:r>
            <a:rPr lang="he-IL"/>
            <a:t>הקמת דף ראשי –ממשק למשתמש.</a:t>
          </a:r>
          <a:endParaRPr lang="en-US" dirty="0"/>
        </a:p>
      </dgm:t>
    </dgm:pt>
    <dgm:pt modelId="{9606A78E-924E-DB42-B6F0-D1904D45CDE3}" type="parTrans" cxnId="{8D328EE9-BFDC-F74F-A95C-95E02BAF7500}">
      <dgm:prSet/>
      <dgm:spPr/>
      <dgm:t>
        <a:bodyPr/>
        <a:lstStyle/>
        <a:p>
          <a:endParaRPr lang="en-US"/>
        </a:p>
      </dgm:t>
    </dgm:pt>
    <dgm:pt modelId="{D4125CAE-1720-F147-946C-D63A59B04678}" type="sibTrans" cxnId="{8D328EE9-BFDC-F74F-A95C-95E02BAF7500}">
      <dgm:prSet/>
      <dgm:spPr/>
      <dgm:t>
        <a:bodyPr/>
        <a:lstStyle/>
        <a:p>
          <a:endParaRPr lang="en-US"/>
        </a:p>
      </dgm:t>
    </dgm:pt>
    <dgm:pt modelId="{3F45996A-931A-FB40-A581-24FF0E84BC70}" type="pres">
      <dgm:prSet presAssocID="{5016E7AB-8745-FE41-BF31-411AD913905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AC1CC28-4621-CC41-ABB7-5D91580E837C}" type="pres">
      <dgm:prSet presAssocID="{8ED44AC6-EAA0-5944-BEA6-3BE8EC82CA92}" presName="hierRoot1" presStyleCnt="0">
        <dgm:presLayoutVars>
          <dgm:hierBranch val="init"/>
        </dgm:presLayoutVars>
      </dgm:prSet>
      <dgm:spPr/>
    </dgm:pt>
    <dgm:pt modelId="{7FB1395E-6923-3F47-B789-FFB96B6C68C3}" type="pres">
      <dgm:prSet presAssocID="{8ED44AC6-EAA0-5944-BEA6-3BE8EC82CA92}" presName="rootComposite1" presStyleCnt="0"/>
      <dgm:spPr/>
    </dgm:pt>
    <dgm:pt modelId="{5CC2AEBA-C2F6-0844-B643-CC8103F8CAC9}" type="pres">
      <dgm:prSet presAssocID="{8ED44AC6-EAA0-5944-BEA6-3BE8EC82CA92}" presName="rootText1" presStyleLbl="node0" presStyleIdx="0" presStyleCnt="1">
        <dgm:presLayoutVars>
          <dgm:chPref val="3"/>
        </dgm:presLayoutVars>
      </dgm:prSet>
      <dgm:spPr/>
    </dgm:pt>
    <dgm:pt modelId="{B05A7133-2272-C844-9152-309338002D33}" type="pres">
      <dgm:prSet presAssocID="{8ED44AC6-EAA0-5944-BEA6-3BE8EC82CA92}" presName="rootConnector1" presStyleLbl="node1" presStyleIdx="0" presStyleCnt="0"/>
      <dgm:spPr/>
    </dgm:pt>
    <dgm:pt modelId="{DC2BD498-B71D-B543-A267-C8FFCD0A6650}" type="pres">
      <dgm:prSet presAssocID="{8ED44AC6-EAA0-5944-BEA6-3BE8EC82CA92}" presName="hierChild2" presStyleCnt="0"/>
      <dgm:spPr/>
    </dgm:pt>
    <dgm:pt modelId="{7D243E12-FA42-704D-94D8-19133332D63D}" type="pres">
      <dgm:prSet presAssocID="{C9BB445D-6F11-D641-8161-C2994B538FF9}" presName="Name64" presStyleLbl="parChTrans1D2" presStyleIdx="0" presStyleCnt="4"/>
      <dgm:spPr/>
    </dgm:pt>
    <dgm:pt modelId="{AE1291E9-BB88-7742-ABDB-D947B69E054C}" type="pres">
      <dgm:prSet presAssocID="{6BA06CD7-F9F7-224D-8265-6AF12E95A6BA}" presName="hierRoot2" presStyleCnt="0">
        <dgm:presLayoutVars>
          <dgm:hierBranch val="init"/>
        </dgm:presLayoutVars>
      </dgm:prSet>
      <dgm:spPr/>
    </dgm:pt>
    <dgm:pt modelId="{4E9CD34F-224A-BF4A-AF02-AC9A03209B48}" type="pres">
      <dgm:prSet presAssocID="{6BA06CD7-F9F7-224D-8265-6AF12E95A6BA}" presName="rootComposite" presStyleCnt="0"/>
      <dgm:spPr/>
    </dgm:pt>
    <dgm:pt modelId="{812F9B79-0931-A14D-90D2-EBD40DBC9B90}" type="pres">
      <dgm:prSet presAssocID="{6BA06CD7-F9F7-224D-8265-6AF12E95A6BA}" presName="rootText" presStyleLbl="node2" presStyleIdx="0" presStyleCnt="4">
        <dgm:presLayoutVars>
          <dgm:chPref val="3"/>
        </dgm:presLayoutVars>
      </dgm:prSet>
      <dgm:spPr/>
    </dgm:pt>
    <dgm:pt modelId="{0A6A968D-B32C-CE41-A9A5-C25923B96396}" type="pres">
      <dgm:prSet presAssocID="{6BA06CD7-F9F7-224D-8265-6AF12E95A6BA}" presName="rootConnector" presStyleLbl="node2" presStyleIdx="0" presStyleCnt="4"/>
      <dgm:spPr/>
    </dgm:pt>
    <dgm:pt modelId="{E492E139-7F20-344C-A7B0-44D4AEBA54AE}" type="pres">
      <dgm:prSet presAssocID="{6BA06CD7-F9F7-224D-8265-6AF12E95A6BA}" presName="hierChild4" presStyleCnt="0"/>
      <dgm:spPr/>
    </dgm:pt>
    <dgm:pt modelId="{505A8B04-D432-7447-9457-A55497C3D8F7}" type="pres">
      <dgm:prSet presAssocID="{6BA06CD7-F9F7-224D-8265-6AF12E95A6BA}" presName="hierChild5" presStyleCnt="0"/>
      <dgm:spPr/>
    </dgm:pt>
    <dgm:pt modelId="{1FA5EC54-AA70-0941-9984-1E413D3BAA83}" type="pres">
      <dgm:prSet presAssocID="{E7C1A4EC-FBC4-254D-BAC8-0C707007519B}" presName="Name64" presStyleLbl="parChTrans1D2" presStyleIdx="1" presStyleCnt="4"/>
      <dgm:spPr/>
    </dgm:pt>
    <dgm:pt modelId="{E4ABF99E-CB4C-9148-9DFF-0B9AFE7006AA}" type="pres">
      <dgm:prSet presAssocID="{AEA97358-2D2B-5245-8380-D1E7041A023F}" presName="hierRoot2" presStyleCnt="0">
        <dgm:presLayoutVars>
          <dgm:hierBranch val="init"/>
        </dgm:presLayoutVars>
      </dgm:prSet>
      <dgm:spPr/>
    </dgm:pt>
    <dgm:pt modelId="{37CB60CC-7794-C243-A3AD-AD01BAD2D4BD}" type="pres">
      <dgm:prSet presAssocID="{AEA97358-2D2B-5245-8380-D1E7041A023F}" presName="rootComposite" presStyleCnt="0"/>
      <dgm:spPr/>
    </dgm:pt>
    <dgm:pt modelId="{573233EF-5CB8-C14E-9C14-6CECD9F6FB12}" type="pres">
      <dgm:prSet presAssocID="{AEA97358-2D2B-5245-8380-D1E7041A023F}" presName="rootText" presStyleLbl="node2" presStyleIdx="1" presStyleCnt="4">
        <dgm:presLayoutVars>
          <dgm:chPref val="3"/>
        </dgm:presLayoutVars>
      </dgm:prSet>
      <dgm:spPr/>
    </dgm:pt>
    <dgm:pt modelId="{710FF401-374D-E046-9FAC-8613C5791AF7}" type="pres">
      <dgm:prSet presAssocID="{AEA97358-2D2B-5245-8380-D1E7041A023F}" presName="rootConnector" presStyleLbl="node2" presStyleIdx="1" presStyleCnt="4"/>
      <dgm:spPr/>
    </dgm:pt>
    <dgm:pt modelId="{8B2754A0-5E32-5A4D-8452-35409B04EB9D}" type="pres">
      <dgm:prSet presAssocID="{AEA97358-2D2B-5245-8380-D1E7041A023F}" presName="hierChild4" presStyleCnt="0"/>
      <dgm:spPr/>
    </dgm:pt>
    <dgm:pt modelId="{58E577D1-26BB-7240-9F45-1D279C3662EA}" type="pres">
      <dgm:prSet presAssocID="{AEA97358-2D2B-5245-8380-D1E7041A023F}" presName="hierChild5" presStyleCnt="0"/>
      <dgm:spPr/>
    </dgm:pt>
    <dgm:pt modelId="{2DC8D5CD-B3F7-3C46-8E9A-B4316603AB90}" type="pres">
      <dgm:prSet presAssocID="{4601C2CA-57BE-7446-964F-6CE21ED758CE}" presName="Name64" presStyleLbl="parChTrans1D2" presStyleIdx="2" presStyleCnt="4"/>
      <dgm:spPr/>
    </dgm:pt>
    <dgm:pt modelId="{9124F75D-D4D7-E74E-A26E-D8D454159366}" type="pres">
      <dgm:prSet presAssocID="{3FAD1C6E-92A8-024F-BE94-79B6AEBB5F77}" presName="hierRoot2" presStyleCnt="0">
        <dgm:presLayoutVars>
          <dgm:hierBranch val="init"/>
        </dgm:presLayoutVars>
      </dgm:prSet>
      <dgm:spPr/>
    </dgm:pt>
    <dgm:pt modelId="{D7E3BED9-627E-A444-A308-E91055D51454}" type="pres">
      <dgm:prSet presAssocID="{3FAD1C6E-92A8-024F-BE94-79B6AEBB5F77}" presName="rootComposite" presStyleCnt="0"/>
      <dgm:spPr/>
    </dgm:pt>
    <dgm:pt modelId="{42FCA894-E4BB-DD4E-A726-F890F728F068}" type="pres">
      <dgm:prSet presAssocID="{3FAD1C6E-92A8-024F-BE94-79B6AEBB5F77}" presName="rootText" presStyleLbl="node2" presStyleIdx="2" presStyleCnt="4">
        <dgm:presLayoutVars>
          <dgm:chPref val="3"/>
        </dgm:presLayoutVars>
      </dgm:prSet>
      <dgm:spPr/>
    </dgm:pt>
    <dgm:pt modelId="{0E5AAD70-BEDC-5E4B-A11B-126B45E96822}" type="pres">
      <dgm:prSet presAssocID="{3FAD1C6E-92A8-024F-BE94-79B6AEBB5F77}" presName="rootConnector" presStyleLbl="node2" presStyleIdx="2" presStyleCnt="4"/>
      <dgm:spPr/>
    </dgm:pt>
    <dgm:pt modelId="{CEB9C2B2-8E15-884A-BAA4-D484FBA5D375}" type="pres">
      <dgm:prSet presAssocID="{3FAD1C6E-92A8-024F-BE94-79B6AEBB5F77}" presName="hierChild4" presStyleCnt="0"/>
      <dgm:spPr/>
    </dgm:pt>
    <dgm:pt modelId="{DA0CB791-AFC8-9B45-B91F-1A597A3DD93F}" type="pres">
      <dgm:prSet presAssocID="{3FAD1C6E-92A8-024F-BE94-79B6AEBB5F77}" presName="hierChild5" presStyleCnt="0"/>
      <dgm:spPr/>
    </dgm:pt>
    <dgm:pt modelId="{55F069A2-47F7-BA4C-A7D0-9C23EA4977B8}" type="pres">
      <dgm:prSet presAssocID="{9606A78E-924E-DB42-B6F0-D1904D45CDE3}" presName="Name64" presStyleLbl="parChTrans1D2" presStyleIdx="3" presStyleCnt="4"/>
      <dgm:spPr/>
    </dgm:pt>
    <dgm:pt modelId="{CD1389FC-DD01-2448-96E0-7D4BC39E1782}" type="pres">
      <dgm:prSet presAssocID="{8A82F166-B683-F04D-AF99-E042FA120186}" presName="hierRoot2" presStyleCnt="0">
        <dgm:presLayoutVars>
          <dgm:hierBranch val="init"/>
        </dgm:presLayoutVars>
      </dgm:prSet>
      <dgm:spPr/>
    </dgm:pt>
    <dgm:pt modelId="{BF4F3840-DDD9-A247-A9BE-F2B61BE92ACC}" type="pres">
      <dgm:prSet presAssocID="{8A82F166-B683-F04D-AF99-E042FA120186}" presName="rootComposite" presStyleCnt="0"/>
      <dgm:spPr/>
    </dgm:pt>
    <dgm:pt modelId="{24D3D18E-0B61-4043-B62C-C48B0952F176}" type="pres">
      <dgm:prSet presAssocID="{8A82F166-B683-F04D-AF99-E042FA120186}" presName="rootText" presStyleLbl="node2" presStyleIdx="3" presStyleCnt="4">
        <dgm:presLayoutVars>
          <dgm:chPref val="3"/>
        </dgm:presLayoutVars>
      </dgm:prSet>
      <dgm:spPr/>
    </dgm:pt>
    <dgm:pt modelId="{E42161FA-8735-B74A-A9B2-84D659DEA32A}" type="pres">
      <dgm:prSet presAssocID="{8A82F166-B683-F04D-AF99-E042FA120186}" presName="rootConnector" presStyleLbl="node2" presStyleIdx="3" presStyleCnt="4"/>
      <dgm:spPr/>
    </dgm:pt>
    <dgm:pt modelId="{45BBE872-050B-4D42-A603-4ED555BEE939}" type="pres">
      <dgm:prSet presAssocID="{8A82F166-B683-F04D-AF99-E042FA120186}" presName="hierChild4" presStyleCnt="0"/>
      <dgm:spPr/>
    </dgm:pt>
    <dgm:pt modelId="{3E53DDC0-7A36-7E40-98CD-1DB8C95895B8}" type="pres">
      <dgm:prSet presAssocID="{8A82F166-B683-F04D-AF99-E042FA120186}" presName="hierChild5" presStyleCnt="0"/>
      <dgm:spPr/>
    </dgm:pt>
    <dgm:pt modelId="{05804EFC-D57F-2F4D-B939-2881645D55A6}" type="pres">
      <dgm:prSet presAssocID="{8ED44AC6-EAA0-5944-BEA6-3BE8EC82CA92}" presName="hierChild3" presStyleCnt="0"/>
      <dgm:spPr/>
    </dgm:pt>
  </dgm:ptLst>
  <dgm:cxnLst>
    <dgm:cxn modelId="{1C65E808-6FBB-1544-BC10-5A69A7EF85AB}" type="presOf" srcId="{8A82F166-B683-F04D-AF99-E042FA120186}" destId="{24D3D18E-0B61-4043-B62C-C48B0952F176}" srcOrd="0" destOrd="0" presId="urn:microsoft.com/office/officeart/2009/3/layout/HorizontalOrganizationChart"/>
    <dgm:cxn modelId="{99CF5D32-C7EE-CF40-8338-794533711FE9}" type="presOf" srcId="{5016E7AB-8745-FE41-BF31-411AD9139057}" destId="{3F45996A-931A-FB40-A581-24FF0E84BC70}" srcOrd="0" destOrd="0" presId="urn:microsoft.com/office/officeart/2009/3/layout/HorizontalOrganizationChart"/>
    <dgm:cxn modelId="{4B728435-A021-A242-BF2B-755CD7AF34FE}" type="presOf" srcId="{C9BB445D-6F11-D641-8161-C2994B538FF9}" destId="{7D243E12-FA42-704D-94D8-19133332D63D}" srcOrd="0" destOrd="0" presId="urn:microsoft.com/office/officeart/2009/3/layout/HorizontalOrganizationChart"/>
    <dgm:cxn modelId="{AD1C9254-703C-4945-A437-158389AB4F0B}" type="presOf" srcId="{4601C2CA-57BE-7446-964F-6CE21ED758CE}" destId="{2DC8D5CD-B3F7-3C46-8E9A-B4316603AB90}" srcOrd="0" destOrd="0" presId="urn:microsoft.com/office/officeart/2009/3/layout/HorizontalOrganizationChart"/>
    <dgm:cxn modelId="{E089E959-C117-5542-81DE-DAF01D62534C}" srcId="{5016E7AB-8745-FE41-BF31-411AD9139057}" destId="{8ED44AC6-EAA0-5944-BEA6-3BE8EC82CA92}" srcOrd="0" destOrd="0" parTransId="{413FCCF4-E352-4546-9F1A-EF06DBDB9E79}" sibTransId="{F2FE5CFD-C831-FA40-B535-05A4F849CFC8}"/>
    <dgm:cxn modelId="{D4841C65-A98C-8841-B9BF-80EE8CF1A7BC}" type="presOf" srcId="{6BA06CD7-F9F7-224D-8265-6AF12E95A6BA}" destId="{0A6A968D-B32C-CE41-A9A5-C25923B96396}" srcOrd="1" destOrd="0" presId="urn:microsoft.com/office/officeart/2009/3/layout/HorizontalOrganizationChart"/>
    <dgm:cxn modelId="{12571378-67BC-3042-A8CC-745CE70C1284}" type="presOf" srcId="{8ED44AC6-EAA0-5944-BEA6-3BE8EC82CA92}" destId="{5CC2AEBA-C2F6-0844-B643-CC8103F8CAC9}" srcOrd="0" destOrd="0" presId="urn:microsoft.com/office/officeart/2009/3/layout/HorizontalOrganizationChart"/>
    <dgm:cxn modelId="{54579E7C-328D-AF41-AD50-CF378C25F72F}" type="presOf" srcId="{AEA97358-2D2B-5245-8380-D1E7041A023F}" destId="{710FF401-374D-E046-9FAC-8613C5791AF7}" srcOrd="1" destOrd="0" presId="urn:microsoft.com/office/officeart/2009/3/layout/HorizontalOrganizationChart"/>
    <dgm:cxn modelId="{706BA67E-3848-074B-8D44-9BF30FDAEDEF}" type="presOf" srcId="{3FAD1C6E-92A8-024F-BE94-79B6AEBB5F77}" destId="{0E5AAD70-BEDC-5E4B-A11B-126B45E96822}" srcOrd="1" destOrd="0" presId="urn:microsoft.com/office/officeart/2009/3/layout/HorizontalOrganizationChart"/>
    <dgm:cxn modelId="{1BCAAC82-BB49-D442-A8D8-C40FBBD0B2AF}" type="presOf" srcId="{E7C1A4EC-FBC4-254D-BAC8-0C707007519B}" destId="{1FA5EC54-AA70-0941-9984-1E413D3BAA83}" srcOrd="0" destOrd="0" presId="urn:microsoft.com/office/officeart/2009/3/layout/HorizontalOrganizationChart"/>
    <dgm:cxn modelId="{A04BB987-F064-CB4F-8E89-C6B7CB7D794B}" type="presOf" srcId="{8ED44AC6-EAA0-5944-BEA6-3BE8EC82CA92}" destId="{B05A7133-2272-C844-9152-309338002D33}" srcOrd="1" destOrd="0" presId="urn:microsoft.com/office/officeart/2009/3/layout/HorizontalOrganizationChart"/>
    <dgm:cxn modelId="{B5F0AA8A-E721-CE41-8211-402CB14A1EF6}" type="presOf" srcId="{6BA06CD7-F9F7-224D-8265-6AF12E95A6BA}" destId="{812F9B79-0931-A14D-90D2-EBD40DBC9B90}" srcOrd="0" destOrd="0" presId="urn:microsoft.com/office/officeart/2009/3/layout/HorizontalOrganizationChart"/>
    <dgm:cxn modelId="{9994008B-0767-964C-B4B0-85E82696EC2D}" type="presOf" srcId="{9606A78E-924E-DB42-B6F0-D1904D45CDE3}" destId="{55F069A2-47F7-BA4C-A7D0-9C23EA4977B8}" srcOrd="0" destOrd="0" presId="urn:microsoft.com/office/officeart/2009/3/layout/HorizontalOrganizationChart"/>
    <dgm:cxn modelId="{FBB7D393-DB18-9344-9A1D-4C9FC7031FD2}" srcId="{8ED44AC6-EAA0-5944-BEA6-3BE8EC82CA92}" destId="{6BA06CD7-F9F7-224D-8265-6AF12E95A6BA}" srcOrd="0" destOrd="0" parTransId="{C9BB445D-6F11-D641-8161-C2994B538FF9}" sibTransId="{FF61D30E-1406-2B4D-8E01-A95C68B1A2EB}"/>
    <dgm:cxn modelId="{FD4B5995-BFCC-B746-AA65-892F0F75AC06}" srcId="{8ED44AC6-EAA0-5944-BEA6-3BE8EC82CA92}" destId="{AEA97358-2D2B-5245-8380-D1E7041A023F}" srcOrd="1" destOrd="0" parTransId="{E7C1A4EC-FBC4-254D-BAC8-0C707007519B}" sibTransId="{23C67B33-8808-0148-9D4E-97CDD88DF56D}"/>
    <dgm:cxn modelId="{86C44CB5-C39E-D347-8FA9-53338FB5B9DB}" srcId="{8ED44AC6-EAA0-5944-BEA6-3BE8EC82CA92}" destId="{3FAD1C6E-92A8-024F-BE94-79B6AEBB5F77}" srcOrd="2" destOrd="0" parTransId="{4601C2CA-57BE-7446-964F-6CE21ED758CE}" sibTransId="{417EA39B-E7A6-024F-BA2A-E134BB4DC2D9}"/>
    <dgm:cxn modelId="{77C04FBD-4E2F-504E-BCBF-67BA261B62E8}" type="presOf" srcId="{8A82F166-B683-F04D-AF99-E042FA120186}" destId="{E42161FA-8735-B74A-A9B2-84D659DEA32A}" srcOrd="1" destOrd="0" presId="urn:microsoft.com/office/officeart/2009/3/layout/HorizontalOrganizationChart"/>
    <dgm:cxn modelId="{37EC2DDD-4DA2-EF49-B44E-0E8A02FE16C5}" type="presOf" srcId="{AEA97358-2D2B-5245-8380-D1E7041A023F}" destId="{573233EF-5CB8-C14E-9C14-6CECD9F6FB12}" srcOrd="0" destOrd="0" presId="urn:microsoft.com/office/officeart/2009/3/layout/HorizontalOrganizationChart"/>
    <dgm:cxn modelId="{8D328EE9-BFDC-F74F-A95C-95E02BAF7500}" srcId="{8ED44AC6-EAA0-5944-BEA6-3BE8EC82CA92}" destId="{8A82F166-B683-F04D-AF99-E042FA120186}" srcOrd="3" destOrd="0" parTransId="{9606A78E-924E-DB42-B6F0-D1904D45CDE3}" sibTransId="{D4125CAE-1720-F147-946C-D63A59B04678}"/>
    <dgm:cxn modelId="{E52981FE-5365-9442-98DC-D23BCDB7F361}" type="presOf" srcId="{3FAD1C6E-92A8-024F-BE94-79B6AEBB5F77}" destId="{42FCA894-E4BB-DD4E-A726-F890F728F068}" srcOrd="0" destOrd="0" presId="urn:microsoft.com/office/officeart/2009/3/layout/HorizontalOrganizationChart"/>
    <dgm:cxn modelId="{B0F3B246-F169-0E41-9A97-403471967F30}" type="presParOf" srcId="{3F45996A-931A-FB40-A581-24FF0E84BC70}" destId="{2AC1CC28-4621-CC41-ABB7-5D91580E837C}" srcOrd="0" destOrd="0" presId="urn:microsoft.com/office/officeart/2009/3/layout/HorizontalOrganizationChart"/>
    <dgm:cxn modelId="{F2B84EC6-1A61-8047-A6AA-DD2189132C9C}" type="presParOf" srcId="{2AC1CC28-4621-CC41-ABB7-5D91580E837C}" destId="{7FB1395E-6923-3F47-B789-FFB96B6C68C3}" srcOrd="0" destOrd="0" presId="urn:microsoft.com/office/officeart/2009/3/layout/HorizontalOrganizationChart"/>
    <dgm:cxn modelId="{6B785E53-EB07-9A45-8EBF-DEB02913E560}" type="presParOf" srcId="{7FB1395E-6923-3F47-B789-FFB96B6C68C3}" destId="{5CC2AEBA-C2F6-0844-B643-CC8103F8CAC9}" srcOrd="0" destOrd="0" presId="urn:microsoft.com/office/officeart/2009/3/layout/HorizontalOrganizationChart"/>
    <dgm:cxn modelId="{3C073D91-0ABD-8949-9A8F-618601CC40CA}" type="presParOf" srcId="{7FB1395E-6923-3F47-B789-FFB96B6C68C3}" destId="{B05A7133-2272-C844-9152-309338002D33}" srcOrd="1" destOrd="0" presId="urn:microsoft.com/office/officeart/2009/3/layout/HorizontalOrganizationChart"/>
    <dgm:cxn modelId="{39546AC5-2F36-D14D-831F-BD4893EFF0A7}" type="presParOf" srcId="{2AC1CC28-4621-CC41-ABB7-5D91580E837C}" destId="{DC2BD498-B71D-B543-A267-C8FFCD0A6650}" srcOrd="1" destOrd="0" presId="urn:microsoft.com/office/officeart/2009/3/layout/HorizontalOrganizationChart"/>
    <dgm:cxn modelId="{E808C1CE-3E49-044F-BADA-D8A871C20E23}" type="presParOf" srcId="{DC2BD498-B71D-B543-A267-C8FFCD0A6650}" destId="{7D243E12-FA42-704D-94D8-19133332D63D}" srcOrd="0" destOrd="0" presId="urn:microsoft.com/office/officeart/2009/3/layout/HorizontalOrganizationChart"/>
    <dgm:cxn modelId="{3AF579A2-D6E0-D840-9FCB-7D0973DD1716}" type="presParOf" srcId="{DC2BD498-B71D-B543-A267-C8FFCD0A6650}" destId="{AE1291E9-BB88-7742-ABDB-D947B69E054C}" srcOrd="1" destOrd="0" presId="urn:microsoft.com/office/officeart/2009/3/layout/HorizontalOrganizationChart"/>
    <dgm:cxn modelId="{32EF1A4F-0BA9-2C41-B6DD-AEF1F4EAD5F0}" type="presParOf" srcId="{AE1291E9-BB88-7742-ABDB-D947B69E054C}" destId="{4E9CD34F-224A-BF4A-AF02-AC9A03209B48}" srcOrd="0" destOrd="0" presId="urn:microsoft.com/office/officeart/2009/3/layout/HorizontalOrganizationChart"/>
    <dgm:cxn modelId="{5A4E7D1A-0DB1-B442-8646-4F5E3E47631C}" type="presParOf" srcId="{4E9CD34F-224A-BF4A-AF02-AC9A03209B48}" destId="{812F9B79-0931-A14D-90D2-EBD40DBC9B90}" srcOrd="0" destOrd="0" presId="urn:microsoft.com/office/officeart/2009/3/layout/HorizontalOrganizationChart"/>
    <dgm:cxn modelId="{678404D3-760A-4141-8C89-F78609632B64}" type="presParOf" srcId="{4E9CD34F-224A-BF4A-AF02-AC9A03209B48}" destId="{0A6A968D-B32C-CE41-A9A5-C25923B96396}" srcOrd="1" destOrd="0" presId="urn:microsoft.com/office/officeart/2009/3/layout/HorizontalOrganizationChart"/>
    <dgm:cxn modelId="{46DFF7D0-EE71-7F40-958B-B508DCE6DAF1}" type="presParOf" srcId="{AE1291E9-BB88-7742-ABDB-D947B69E054C}" destId="{E492E139-7F20-344C-A7B0-44D4AEBA54AE}" srcOrd="1" destOrd="0" presId="urn:microsoft.com/office/officeart/2009/3/layout/HorizontalOrganizationChart"/>
    <dgm:cxn modelId="{AA507A92-0FEC-2547-ABB0-ED3DC639CB1F}" type="presParOf" srcId="{AE1291E9-BB88-7742-ABDB-D947B69E054C}" destId="{505A8B04-D432-7447-9457-A55497C3D8F7}" srcOrd="2" destOrd="0" presId="urn:microsoft.com/office/officeart/2009/3/layout/HorizontalOrganizationChart"/>
    <dgm:cxn modelId="{5CBC6BA3-D00F-6B41-B52A-0E3FC1A63830}" type="presParOf" srcId="{DC2BD498-B71D-B543-A267-C8FFCD0A6650}" destId="{1FA5EC54-AA70-0941-9984-1E413D3BAA83}" srcOrd="2" destOrd="0" presId="urn:microsoft.com/office/officeart/2009/3/layout/HorizontalOrganizationChart"/>
    <dgm:cxn modelId="{A500C094-C289-8447-8113-85CDBBF701EA}" type="presParOf" srcId="{DC2BD498-B71D-B543-A267-C8FFCD0A6650}" destId="{E4ABF99E-CB4C-9148-9DFF-0B9AFE7006AA}" srcOrd="3" destOrd="0" presId="urn:microsoft.com/office/officeart/2009/3/layout/HorizontalOrganizationChart"/>
    <dgm:cxn modelId="{1A8D08DD-078A-7645-9DF8-4D61602A0DF1}" type="presParOf" srcId="{E4ABF99E-CB4C-9148-9DFF-0B9AFE7006AA}" destId="{37CB60CC-7794-C243-A3AD-AD01BAD2D4BD}" srcOrd="0" destOrd="0" presId="urn:microsoft.com/office/officeart/2009/3/layout/HorizontalOrganizationChart"/>
    <dgm:cxn modelId="{CBA0C802-4962-2748-9253-4A4742C9881F}" type="presParOf" srcId="{37CB60CC-7794-C243-A3AD-AD01BAD2D4BD}" destId="{573233EF-5CB8-C14E-9C14-6CECD9F6FB12}" srcOrd="0" destOrd="0" presId="urn:microsoft.com/office/officeart/2009/3/layout/HorizontalOrganizationChart"/>
    <dgm:cxn modelId="{1710C080-32C1-5D4B-B5BC-DCBEC36EE45F}" type="presParOf" srcId="{37CB60CC-7794-C243-A3AD-AD01BAD2D4BD}" destId="{710FF401-374D-E046-9FAC-8613C5791AF7}" srcOrd="1" destOrd="0" presId="urn:microsoft.com/office/officeart/2009/3/layout/HorizontalOrganizationChart"/>
    <dgm:cxn modelId="{B7E56CBF-BC05-124E-A0CD-44E9C69B53E4}" type="presParOf" srcId="{E4ABF99E-CB4C-9148-9DFF-0B9AFE7006AA}" destId="{8B2754A0-5E32-5A4D-8452-35409B04EB9D}" srcOrd="1" destOrd="0" presId="urn:microsoft.com/office/officeart/2009/3/layout/HorizontalOrganizationChart"/>
    <dgm:cxn modelId="{2A6622E2-14BB-F74F-A5CC-30DE6839AD09}" type="presParOf" srcId="{E4ABF99E-CB4C-9148-9DFF-0B9AFE7006AA}" destId="{58E577D1-26BB-7240-9F45-1D279C3662EA}" srcOrd="2" destOrd="0" presId="urn:microsoft.com/office/officeart/2009/3/layout/HorizontalOrganizationChart"/>
    <dgm:cxn modelId="{6B45A071-D1CF-BD45-B6B3-9DCF3C35F6A3}" type="presParOf" srcId="{DC2BD498-B71D-B543-A267-C8FFCD0A6650}" destId="{2DC8D5CD-B3F7-3C46-8E9A-B4316603AB90}" srcOrd="4" destOrd="0" presId="urn:microsoft.com/office/officeart/2009/3/layout/HorizontalOrganizationChart"/>
    <dgm:cxn modelId="{082D1A9F-3AB3-9040-BA3A-4B9C69CFC4B8}" type="presParOf" srcId="{DC2BD498-B71D-B543-A267-C8FFCD0A6650}" destId="{9124F75D-D4D7-E74E-A26E-D8D454159366}" srcOrd="5" destOrd="0" presId="urn:microsoft.com/office/officeart/2009/3/layout/HorizontalOrganizationChart"/>
    <dgm:cxn modelId="{0A85916F-B648-EB41-9266-2A4A015D13FF}" type="presParOf" srcId="{9124F75D-D4D7-E74E-A26E-D8D454159366}" destId="{D7E3BED9-627E-A444-A308-E91055D51454}" srcOrd="0" destOrd="0" presId="urn:microsoft.com/office/officeart/2009/3/layout/HorizontalOrganizationChart"/>
    <dgm:cxn modelId="{F6A535D1-4A11-464C-ACB0-14E28F0595E4}" type="presParOf" srcId="{D7E3BED9-627E-A444-A308-E91055D51454}" destId="{42FCA894-E4BB-DD4E-A726-F890F728F068}" srcOrd="0" destOrd="0" presId="urn:microsoft.com/office/officeart/2009/3/layout/HorizontalOrganizationChart"/>
    <dgm:cxn modelId="{1E85B63B-6580-6F4C-9805-3D367B1A5F22}" type="presParOf" srcId="{D7E3BED9-627E-A444-A308-E91055D51454}" destId="{0E5AAD70-BEDC-5E4B-A11B-126B45E96822}" srcOrd="1" destOrd="0" presId="urn:microsoft.com/office/officeart/2009/3/layout/HorizontalOrganizationChart"/>
    <dgm:cxn modelId="{E1E776AB-4EFD-814B-9613-F5FC7A2A629C}" type="presParOf" srcId="{9124F75D-D4D7-E74E-A26E-D8D454159366}" destId="{CEB9C2B2-8E15-884A-BAA4-D484FBA5D375}" srcOrd="1" destOrd="0" presId="urn:microsoft.com/office/officeart/2009/3/layout/HorizontalOrganizationChart"/>
    <dgm:cxn modelId="{E86525FC-0F96-BA40-9D31-6DCA4E8750BA}" type="presParOf" srcId="{9124F75D-D4D7-E74E-A26E-D8D454159366}" destId="{DA0CB791-AFC8-9B45-B91F-1A597A3DD93F}" srcOrd="2" destOrd="0" presId="urn:microsoft.com/office/officeart/2009/3/layout/HorizontalOrganizationChart"/>
    <dgm:cxn modelId="{3CF47739-5EA5-6D48-B61F-DE3C9C4083BC}" type="presParOf" srcId="{DC2BD498-B71D-B543-A267-C8FFCD0A6650}" destId="{55F069A2-47F7-BA4C-A7D0-9C23EA4977B8}" srcOrd="6" destOrd="0" presId="urn:microsoft.com/office/officeart/2009/3/layout/HorizontalOrganizationChart"/>
    <dgm:cxn modelId="{A0CB0259-D4DC-DE45-9840-C34ADA753CB8}" type="presParOf" srcId="{DC2BD498-B71D-B543-A267-C8FFCD0A6650}" destId="{CD1389FC-DD01-2448-96E0-7D4BC39E1782}" srcOrd="7" destOrd="0" presId="urn:microsoft.com/office/officeart/2009/3/layout/HorizontalOrganizationChart"/>
    <dgm:cxn modelId="{92DBE129-A7B4-3C42-B572-F58B93F276B2}" type="presParOf" srcId="{CD1389FC-DD01-2448-96E0-7D4BC39E1782}" destId="{BF4F3840-DDD9-A247-A9BE-F2B61BE92ACC}" srcOrd="0" destOrd="0" presId="urn:microsoft.com/office/officeart/2009/3/layout/HorizontalOrganizationChart"/>
    <dgm:cxn modelId="{611A7A32-2986-024F-BA10-818A8F3E622A}" type="presParOf" srcId="{BF4F3840-DDD9-A247-A9BE-F2B61BE92ACC}" destId="{24D3D18E-0B61-4043-B62C-C48B0952F176}" srcOrd="0" destOrd="0" presId="urn:microsoft.com/office/officeart/2009/3/layout/HorizontalOrganizationChart"/>
    <dgm:cxn modelId="{DB781668-12FF-1B40-A17C-D2655B15B907}" type="presParOf" srcId="{BF4F3840-DDD9-A247-A9BE-F2B61BE92ACC}" destId="{E42161FA-8735-B74A-A9B2-84D659DEA32A}" srcOrd="1" destOrd="0" presId="urn:microsoft.com/office/officeart/2009/3/layout/HorizontalOrganizationChart"/>
    <dgm:cxn modelId="{0B60C7FB-6459-BC4F-8D7D-E81087A66243}" type="presParOf" srcId="{CD1389FC-DD01-2448-96E0-7D4BC39E1782}" destId="{45BBE872-050B-4D42-A603-4ED555BEE939}" srcOrd="1" destOrd="0" presId="urn:microsoft.com/office/officeart/2009/3/layout/HorizontalOrganizationChart"/>
    <dgm:cxn modelId="{60B242AF-1847-D74D-B720-6FEE7B0D8BFF}" type="presParOf" srcId="{CD1389FC-DD01-2448-96E0-7D4BC39E1782}" destId="{3E53DDC0-7A36-7E40-98CD-1DB8C95895B8}" srcOrd="2" destOrd="0" presId="urn:microsoft.com/office/officeart/2009/3/layout/HorizontalOrganizationChart"/>
    <dgm:cxn modelId="{32E38143-1E81-6B41-A41C-A1621EF9323A}" type="presParOf" srcId="{2AC1CC28-4621-CC41-ABB7-5D91580E837C}" destId="{05804EFC-D57F-2F4D-B939-2881645D55A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4ADC4F-BCB2-294A-8EAA-7F42958A6875}" type="doc">
      <dgm:prSet loTypeId="urn:microsoft.com/office/officeart/2005/8/layout/chart3" loCatId="" qsTypeId="urn:microsoft.com/office/officeart/2005/8/quickstyle/simple1" qsCatId="simple" csTypeId="urn:microsoft.com/office/officeart/2005/8/colors/accent1_2" csCatId="accent1" phldr="1"/>
      <dgm:spPr/>
    </dgm:pt>
    <dgm:pt modelId="{E3BE5D49-4202-E14D-A07F-9420103168DB}" type="pres">
      <dgm:prSet presAssocID="{CB4ADC4F-BCB2-294A-8EAA-7F42958A6875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EC000035-8D53-3C4F-89E4-322031D657D9}" type="presOf" srcId="{CB4ADC4F-BCB2-294A-8EAA-7F42958A6875}" destId="{E3BE5D49-4202-E14D-A07F-9420103168DB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125F44-C073-9745-AF53-2EE70F77A005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6CD38B3B-BE68-C949-8F19-31CB17801DFB}">
      <dgm:prSet phldrT="[Text]" custT="1"/>
      <dgm:spPr/>
      <dgm:t>
        <a:bodyPr/>
        <a:lstStyle/>
        <a:p>
          <a:pPr algn="r" rtl="1"/>
          <a:r>
            <a:rPr lang="he-IL" sz="2400" dirty="0"/>
            <a:t>- בחירת מסווג</a:t>
          </a:r>
        </a:p>
        <a:p>
          <a:pPr algn="r" rtl="1"/>
          <a:r>
            <a:rPr lang="he-IL" sz="2400" dirty="0"/>
            <a:t>-שימוש בספריות </a:t>
          </a:r>
          <a:r>
            <a:rPr lang="en-US" sz="2400" dirty="0"/>
            <a:t>NLP</a:t>
          </a:r>
          <a:r>
            <a:rPr lang="he-IL" sz="2400" dirty="0"/>
            <a:t> מתאימות.</a:t>
          </a:r>
        </a:p>
        <a:p>
          <a:pPr algn="r" rtl="1"/>
          <a:r>
            <a:rPr lang="he-IL" sz="2400" dirty="0"/>
            <a:t>-אימון המסווג וסדרת מבחן.</a:t>
          </a:r>
          <a:r>
            <a:rPr lang="en-US" sz="2400" dirty="0"/>
            <a:t> </a:t>
          </a:r>
          <a:r>
            <a:rPr lang="he-IL" sz="2400" dirty="0"/>
            <a:t>שימוש בדאטה מוכן עם אחוז דיוק גבוה. </a:t>
          </a:r>
        </a:p>
        <a:p>
          <a:pPr algn="r" rtl="1"/>
          <a:r>
            <a:rPr lang="he-IL" sz="2400" dirty="0"/>
            <a:t>-העלאת הממשק לאתר(צד שרת).</a:t>
          </a:r>
          <a:endParaRPr lang="en-US" sz="2400" dirty="0"/>
        </a:p>
      </dgm:t>
    </dgm:pt>
    <dgm:pt modelId="{0AAD21D1-171F-5445-8D59-EB157AED3AF0}" type="parTrans" cxnId="{1AD07650-77D3-9F44-8086-A144AD2800C1}">
      <dgm:prSet/>
      <dgm:spPr/>
      <dgm:t>
        <a:bodyPr/>
        <a:lstStyle/>
        <a:p>
          <a:endParaRPr lang="en-US"/>
        </a:p>
      </dgm:t>
    </dgm:pt>
    <dgm:pt modelId="{5372055D-21DB-BF48-A71B-E637B88B0DC3}" type="sibTrans" cxnId="{1AD07650-77D3-9F44-8086-A144AD2800C1}">
      <dgm:prSet/>
      <dgm:spPr/>
      <dgm:t>
        <a:bodyPr/>
        <a:lstStyle/>
        <a:p>
          <a:endParaRPr lang="en-US"/>
        </a:p>
      </dgm:t>
    </dgm:pt>
    <dgm:pt modelId="{B7330C34-FE4D-A040-B85C-B8B7917EDF02}" type="pres">
      <dgm:prSet presAssocID="{77125F44-C073-9745-AF53-2EE70F77A005}" presName="compositeShape" presStyleCnt="0">
        <dgm:presLayoutVars>
          <dgm:chMax val="7"/>
          <dgm:dir/>
          <dgm:resizeHandles val="exact"/>
        </dgm:presLayoutVars>
      </dgm:prSet>
      <dgm:spPr/>
    </dgm:pt>
    <dgm:pt modelId="{7C23F20E-B4B7-7948-84EB-4C2BCDFA6F24}" type="pres">
      <dgm:prSet presAssocID="{6CD38B3B-BE68-C949-8F19-31CB17801DFB}" presName="circ1TxSh" presStyleLbl="vennNode1" presStyleIdx="0" presStyleCnt="1" custScaleX="74348" custScaleY="71420"/>
      <dgm:spPr/>
    </dgm:pt>
  </dgm:ptLst>
  <dgm:cxnLst>
    <dgm:cxn modelId="{1AD07650-77D3-9F44-8086-A144AD2800C1}" srcId="{77125F44-C073-9745-AF53-2EE70F77A005}" destId="{6CD38B3B-BE68-C949-8F19-31CB17801DFB}" srcOrd="0" destOrd="0" parTransId="{0AAD21D1-171F-5445-8D59-EB157AED3AF0}" sibTransId="{5372055D-21DB-BF48-A71B-E637B88B0DC3}"/>
    <dgm:cxn modelId="{C76E3852-582C-B746-A6D6-D0858BA925A6}" type="presOf" srcId="{77125F44-C073-9745-AF53-2EE70F77A005}" destId="{B7330C34-FE4D-A040-B85C-B8B7917EDF02}" srcOrd="0" destOrd="0" presId="urn:microsoft.com/office/officeart/2005/8/layout/venn1"/>
    <dgm:cxn modelId="{3D412978-9541-2D40-87CA-A82647D04101}" type="presOf" srcId="{6CD38B3B-BE68-C949-8F19-31CB17801DFB}" destId="{7C23F20E-B4B7-7948-84EB-4C2BCDFA6F24}" srcOrd="0" destOrd="0" presId="urn:microsoft.com/office/officeart/2005/8/layout/venn1"/>
    <dgm:cxn modelId="{A15AF12A-DD5A-8448-BE2F-5A4494E13F26}" type="presParOf" srcId="{B7330C34-FE4D-A040-B85C-B8B7917EDF02}" destId="{7C23F20E-B4B7-7948-84EB-4C2BCDFA6F24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90BF6B-A921-8F49-9780-0B871552F1D9}" type="doc">
      <dgm:prSet loTypeId="urn:microsoft.com/office/officeart/2005/8/layout/hierarchy4" loCatId="" qsTypeId="urn:microsoft.com/office/officeart/2005/8/quickstyle/3d5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1CA988F-CE2D-5245-9005-E6A67C8EB2DD}">
      <dgm:prSet phldrT="[Text]"/>
      <dgm:spPr/>
      <dgm:t>
        <a:bodyPr/>
        <a:lstStyle/>
        <a:p>
          <a:r>
            <a:rPr lang="he-IL" dirty="0"/>
            <a:t>תודה על ההקשבה!</a:t>
          </a:r>
          <a:endParaRPr lang="en-US" dirty="0"/>
        </a:p>
      </dgm:t>
    </dgm:pt>
    <dgm:pt modelId="{30B98645-B59E-F745-BE38-4A039473E0F1}" type="parTrans" cxnId="{AFEF31E5-EC32-FE43-B460-183DE3BB9B9D}">
      <dgm:prSet/>
      <dgm:spPr/>
      <dgm:t>
        <a:bodyPr/>
        <a:lstStyle/>
        <a:p>
          <a:endParaRPr lang="en-US"/>
        </a:p>
      </dgm:t>
    </dgm:pt>
    <dgm:pt modelId="{05010D11-27B3-9044-A324-4724EB3940E9}" type="sibTrans" cxnId="{AFEF31E5-EC32-FE43-B460-183DE3BB9B9D}">
      <dgm:prSet/>
      <dgm:spPr/>
      <dgm:t>
        <a:bodyPr/>
        <a:lstStyle/>
        <a:p>
          <a:endParaRPr lang="en-US"/>
        </a:p>
      </dgm:t>
    </dgm:pt>
    <dgm:pt modelId="{4C91C278-1C22-9A4D-92E1-AF5839A7664F}" type="pres">
      <dgm:prSet presAssocID="{7E90BF6B-A921-8F49-9780-0B871552F1D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FD2B63-A14E-CC41-B05C-16F32B1F2317}" type="pres">
      <dgm:prSet presAssocID="{A1CA988F-CE2D-5245-9005-E6A67C8EB2DD}" presName="vertOne" presStyleCnt="0"/>
      <dgm:spPr/>
    </dgm:pt>
    <dgm:pt modelId="{28A5E494-1595-3E47-B0B6-6CDBCF443A7D}" type="pres">
      <dgm:prSet presAssocID="{A1CA988F-CE2D-5245-9005-E6A67C8EB2DD}" presName="txOne" presStyleLbl="node0" presStyleIdx="0" presStyleCnt="1" custScaleX="73696" custScaleY="66889">
        <dgm:presLayoutVars>
          <dgm:chPref val="3"/>
        </dgm:presLayoutVars>
      </dgm:prSet>
      <dgm:spPr/>
    </dgm:pt>
    <dgm:pt modelId="{67971760-DEFD-AF43-9CB5-282894020479}" type="pres">
      <dgm:prSet presAssocID="{A1CA988F-CE2D-5245-9005-E6A67C8EB2DD}" presName="horzOne" presStyleCnt="0"/>
      <dgm:spPr/>
    </dgm:pt>
  </dgm:ptLst>
  <dgm:cxnLst>
    <dgm:cxn modelId="{3EF3EFE4-4415-E143-882D-37B598ACF938}" type="presOf" srcId="{7E90BF6B-A921-8F49-9780-0B871552F1D9}" destId="{4C91C278-1C22-9A4D-92E1-AF5839A7664F}" srcOrd="0" destOrd="0" presId="urn:microsoft.com/office/officeart/2005/8/layout/hierarchy4"/>
    <dgm:cxn modelId="{AFEF31E5-EC32-FE43-B460-183DE3BB9B9D}" srcId="{7E90BF6B-A921-8F49-9780-0B871552F1D9}" destId="{A1CA988F-CE2D-5245-9005-E6A67C8EB2DD}" srcOrd="0" destOrd="0" parTransId="{30B98645-B59E-F745-BE38-4A039473E0F1}" sibTransId="{05010D11-27B3-9044-A324-4724EB3940E9}"/>
    <dgm:cxn modelId="{100D26F4-8256-164F-8C37-A756EB8327D6}" type="presOf" srcId="{A1CA988F-CE2D-5245-9005-E6A67C8EB2DD}" destId="{28A5E494-1595-3E47-B0B6-6CDBCF443A7D}" srcOrd="0" destOrd="0" presId="urn:microsoft.com/office/officeart/2005/8/layout/hierarchy4"/>
    <dgm:cxn modelId="{6E1552EE-CA0F-4D47-AAC1-1F287D4A3089}" type="presParOf" srcId="{4C91C278-1C22-9A4D-92E1-AF5839A7664F}" destId="{A5FD2B63-A14E-CC41-B05C-16F32B1F2317}" srcOrd="0" destOrd="0" presId="urn:microsoft.com/office/officeart/2005/8/layout/hierarchy4"/>
    <dgm:cxn modelId="{CD40748F-E975-FA47-A8A0-C9EFA800EEBF}" type="presParOf" srcId="{A5FD2B63-A14E-CC41-B05C-16F32B1F2317}" destId="{28A5E494-1595-3E47-B0B6-6CDBCF443A7D}" srcOrd="0" destOrd="0" presId="urn:microsoft.com/office/officeart/2005/8/layout/hierarchy4"/>
    <dgm:cxn modelId="{2067E25A-5FDF-4343-A959-B0DB19FAECB1}" type="presParOf" srcId="{A5FD2B63-A14E-CC41-B05C-16F32B1F2317}" destId="{67971760-DEFD-AF43-9CB5-28289402047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2105B-C391-BD4E-A7D7-07C10818EBD5}">
      <dsp:nvSpPr>
        <dsp:cNvPr id="0" name=""/>
        <dsp:cNvSpPr/>
      </dsp:nvSpPr>
      <dsp:spPr>
        <a:xfrm>
          <a:off x="2769697" y="851691"/>
          <a:ext cx="4428042" cy="406485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3500" kern="1200" dirty="0"/>
            <a:t>גישה בלתי מוגבלת למידע.</a:t>
          </a:r>
          <a:endParaRPr lang="en-US" sz="3500" kern="1200" dirty="0"/>
        </a:p>
      </dsp:txBody>
      <dsp:txXfrm>
        <a:off x="3418169" y="1446976"/>
        <a:ext cx="3131098" cy="2874287"/>
      </dsp:txXfrm>
    </dsp:sp>
    <dsp:sp modelId="{475995CF-0EA9-B644-B306-49698A345813}">
      <dsp:nvSpPr>
        <dsp:cNvPr id="0" name=""/>
        <dsp:cNvSpPr/>
      </dsp:nvSpPr>
      <dsp:spPr>
        <a:xfrm>
          <a:off x="5320115" y="136821"/>
          <a:ext cx="594897" cy="59488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094012-785B-D643-A9CF-BB6A344AFC6A}">
      <dsp:nvSpPr>
        <dsp:cNvPr id="0" name=""/>
        <dsp:cNvSpPr/>
      </dsp:nvSpPr>
      <dsp:spPr>
        <a:xfrm>
          <a:off x="3911461" y="5332090"/>
          <a:ext cx="430753" cy="43116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8261E0-C0BA-7F48-97F7-5ABC21D83850}">
      <dsp:nvSpPr>
        <dsp:cNvPr id="0" name=""/>
        <dsp:cNvSpPr/>
      </dsp:nvSpPr>
      <dsp:spPr>
        <a:xfrm>
          <a:off x="8150334" y="1168944"/>
          <a:ext cx="662361" cy="763116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A4BA7A-3DF6-3345-B15C-B8AFD51A867C}">
      <dsp:nvSpPr>
        <dsp:cNvPr id="0" name=""/>
        <dsp:cNvSpPr/>
      </dsp:nvSpPr>
      <dsp:spPr>
        <a:xfrm>
          <a:off x="5900090" y="5790754"/>
          <a:ext cx="594897" cy="59488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AA8299-92A0-B242-A103-8C6B798EDFDE}">
      <dsp:nvSpPr>
        <dsp:cNvPr id="0" name=""/>
        <dsp:cNvSpPr/>
      </dsp:nvSpPr>
      <dsp:spPr>
        <a:xfrm>
          <a:off x="4033822" y="982287"/>
          <a:ext cx="430753" cy="431168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1BA38E-3B69-C94B-9294-558ACF8CC663}">
      <dsp:nvSpPr>
        <dsp:cNvPr id="0" name=""/>
        <dsp:cNvSpPr/>
      </dsp:nvSpPr>
      <dsp:spPr>
        <a:xfrm>
          <a:off x="2675904" y="3448696"/>
          <a:ext cx="430753" cy="43116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D9C4DF-5155-CF4E-9EBC-D624F728B5AB}">
      <dsp:nvSpPr>
        <dsp:cNvPr id="0" name=""/>
        <dsp:cNvSpPr/>
      </dsp:nvSpPr>
      <dsp:spPr>
        <a:xfrm>
          <a:off x="0" y="2515637"/>
          <a:ext cx="2046506" cy="192745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/>
            <a:t>    Tik-Tok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 baseline="0" dirty="0"/>
            <a:t>משנה תודעה.</a:t>
          </a:r>
          <a:endParaRPr lang="en-US" sz="1600" kern="1200" dirty="0"/>
        </a:p>
      </dsp:txBody>
      <dsp:txXfrm>
        <a:off x="299704" y="2797907"/>
        <a:ext cx="1447098" cy="1362918"/>
      </dsp:txXfrm>
    </dsp:sp>
    <dsp:sp modelId="{5890923A-5DF0-A141-9F30-2B4D490FAA1C}">
      <dsp:nvSpPr>
        <dsp:cNvPr id="0" name=""/>
        <dsp:cNvSpPr/>
      </dsp:nvSpPr>
      <dsp:spPr>
        <a:xfrm>
          <a:off x="4718253" y="1001033"/>
          <a:ext cx="594897" cy="59488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4DBBBE-3ACB-BE4A-A435-F4FB6759CAC0}">
      <dsp:nvSpPr>
        <dsp:cNvPr id="0" name=""/>
        <dsp:cNvSpPr/>
      </dsp:nvSpPr>
      <dsp:spPr>
        <a:xfrm>
          <a:off x="774175" y="4448859"/>
          <a:ext cx="1075391" cy="1075421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0325A4-35DE-8E4B-8E1C-818B8B569BD7}">
      <dsp:nvSpPr>
        <dsp:cNvPr id="0" name=""/>
        <dsp:cNvSpPr/>
      </dsp:nvSpPr>
      <dsp:spPr>
        <a:xfrm>
          <a:off x="7743056" y="2188711"/>
          <a:ext cx="2885185" cy="309368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3500" kern="1200" dirty="0"/>
            <a:t>קושי בזיהוי מידע שקרי.</a:t>
          </a:r>
          <a:endParaRPr lang="en-US" sz="3500" kern="1200" dirty="0"/>
        </a:p>
      </dsp:txBody>
      <dsp:txXfrm>
        <a:off x="8165582" y="2641770"/>
        <a:ext cx="2040133" cy="2187563"/>
      </dsp:txXfrm>
    </dsp:sp>
    <dsp:sp modelId="{70D6EAAD-2588-D946-8FC0-D42AE150163F}">
      <dsp:nvSpPr>
        <dsp:cNvPr id="0" name=""/>
        <dsp:cNvSpPr/>
      </dsp:nvSpPr>
      <dsp:spPr>
        <a:xfrm>
          <a:off x="7195335" y="1824003"/>
          <a:ext cx="594897" cy="59488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1E8272-A7A8-8842-B375-21F1339157B4}">
      <dsp:nvSpPr>
        <dsp:cNvPr id="0" name=""/>
        <dsp:cNvSpPr/>
      </dsp:nvSpPr>
      <dsp:spPr>
        <a:xfrm>
          <a:off x="391815" y="5437071"/>
          <a:ext cx="430753" cy="43116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3F710C-FA12-0945-9BCD-10AD2FA17FA7}">
      <dsp:nvSpPr>
        <dsp:cNvPr id="0" name=""/>
        <dsp:cNvSpPr/>
      </dsp:nvSpPr>
      <dsp:spPr>
        <a:xfrm>
          <a:off x="4687414" y="4823436"/>
          <a:ext cx="430753" cy="431168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F197D-A11D-A549-A94C-8BAC91E525DF}">
      <dsp:nvSpPr>
        <dsp:cNvPr id="0" name=""/>
        <dsp:cNvSpPr/>
      </dsp:nvSpPr>
      <dsp:spPr>
        <a:xfrm>
          <a:off x="3768109" y="2550520"/>
          <a:ext cx="763257" cy="17488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6446" y="0"/>
              </a:lnTo>
              <a:lnTo>
                <a:pt x="386446" y="1748821"/>
              </a:lnTo>
              <a:lnTo>
                <a:pt x="763257" y="17488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016D0-BCD7-C540-AC92-9F6171CF8E19}">
      <dsp:nvSpPr>
        <dsp:cNvPr id="0" name=""/>
        <dsp:cNvSpPr/>
      </dsp:nvSpPr>
      <dsp:spPr>
        <a:xfrm>
          <a:off x="3768109" y="2195222"/>
          <a:ext cx="763257" cy="355297"/>
        </a:xfrm>
        <a:custGeom>
          <a:avLst/>
          <a:gdLst/>
          <a:ahLst/>
          <a:cxnLst/>
          <a:rect l="0" t="0" r="0" b="0"/>
          <a:pathLst>
            <a:path>
              <a:moveTo>
                <a:pt x="0" y="355297"/>
              </a:moveTo>
              <a:lnTo>
                <a:pt x="386446" y="355297"/>
              </a:lnTo>
              <a:lnTo>
                <a:pt x="386446" y="0"/>
              </a:lnTo>
              <a:lnTo>
                <a:pt x="76325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96F2D8-E554-FD4A-ADDC-FC8CCFB042AB}">
      <dsp:nvSpPr>
        <dsp:cNvPr id="0" name=""/>
        <dsp:cNvSpPr/>
      </dsp:nvSpPr>
      <dsp:spPr>
        <a:xfrm>
          <a:off x="3768109" y="574935"/>
          <a:ext cx="763257" cy="1975585"/>
        </a:xfrm>
        <a:custGeom>
          <a:avLst/>
          <a:gdLst/>
          <a:ahLst/>
          <a:cxnLst/>
          <a:rect l="0" t="0" r="0" b="0"/>
          <a:pathLst>
            <a:path>
              <a:moveTo>
                <a:pt x="0" y="1975585"/>
              </a:moveTo>
              <a:lnTo>
                <a:pt x="386446" y="1975585"/>
              </a:lnTo>
              <a:lnTo>
                <a:pt x="386446" y="0"/>
              </a:lnTo>
              <a:lnTo>
                <a:pt x="76325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9254F8-F5F5-3440-B7B2-283C80CB931D}">
      <dsp:nvSpPr>
        <dsp:cNvPr id="0" name=""/>
        <dsp:cNvSpPr/>
      </dsp:nvSpPr>
      <dsp:spPr>
        <a:xfrm>
          <a:off x="0" y="1975883"/>
          <a:ext cx="3768109" cy="1149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 dirty="0"/>
            <a:t>רקע וסקירת ספרות:</a:t>
          </a:r>
          <a:endParaRPr lang="en-US" sz="1600" kern="1200" dirty="0"/>
        </a:p>
      </dsp:txBody>
      <dsp:txXfrm>
        <a:off x="0" y="1975883"/>
        <a:ext cx="3768109" cy="1149273"/>
      </dsp:txXfrm>
    </dsp:sp>
    <dsp:sp modelId="{0D5781A5-BF68-9E4A-B61C-06DF923CD1BC}">
      <dsp:nvSpPr>
        <dsp:cNvPr id="0" name=""/>
        <dsp:cNvSpPr/>
      </dsp:nvSpPr>
      <dsp:spPr>
        <a:xfrm>
          <a:off x="4531367" y="298"/>
          <a:ext cx="3768109" cy="1149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1600" kern="1200" dirty="0"/>
            <a:t>בשנים האחרונות תופעת הפייק ניוז הפכה לבעיה גלובלית, עם השפעה רחבה על תחומים שונים בחיי היומיום.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/>
        </a:p>
      </dsp:txBody>
      <dsp:txXfrm>
        <a:off x="4531367" y="298"/>
        <a:ext cx="3768109" cy="1149273"/>
      </dsp:txXfrm>
    </dsp:sp>
    <dsp:sp modelId="{3D6AC6D1-E186-5547-A8CE-57ECE9EFDBB6}">
      <dsp:nvSpPr>
        <dsp:cNvPr id="0" name=""/>
        <dsp:cNvSpPr/>
      </dsp:nvSpPr>
      <dsp:spPr>
        <a:xfrm>
          <a:off x="4531367" y="1620585"/>
          <a:ext cx="3768109" cy="1149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 dirty="0"/>
            <a:t>פלטפורמות כמו טיקטוק משמשות ככלי רב עצמה לשיתוף מידע , אך בה בעת מאפשרות הפצה מהירה של תוכן שקרי. </a:t>
          </a:r>
          <a:br>
            <a:rPr lang="en-US" sz="1600" kern="1200" dirty="0"/>
          </a:br>
          <a:br>
            <a:rPr lang="en-US" sz="1600" kern="1200" dirty="0"/>
          </a:br>
          <a:br>
            <a:rPr lang="en-US" sz="1200" kern="1200" dirty="0"/>
          </a:br>
          <a:r>
            <a:rPr lang="he-IL" sz="1200" kern="1200" dirty="0"/>
            <a:t>  </a:t>
          </a:r>
          <a:r>
            <a:rPr lang="en-US" sz="1200" kern="1200" dirty="0"/>
            <a:t> </a:t>
          </a:r>
        </a:p>
      </dsp:txBody>
      <dsp:txXfrm>
        <a:off x="4531367" y="1620585"/>
        <a:ext cx="3768109" cy="1149273"/>
      </dsp:txXfrm>
    </dsp:sp>
    <dsp:sp modelId="{8BF8BE0C-0D86-CE49-8DD8-2A5EC1B24948}">
      <dsp:nvSpPr>
        <dsp:cNvPr id="0" name=""/>
        <dsp:cNvSpPr/>
      </dsp:nvSpPr>
      <dsp:spPr>
        <a:xfrm>
          <a:off x="4531367" y="3240872"/>
          <a:ext cx="3596849" cy="2116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1600" kern="1200" dirty="0"/>
            <a:t>כלים מבוססים בינה מלאכותית מסייעים באימות ותמלול מידע ,כמו למשל:</a:t>
          </a:r>
          <a:br>
            <a:rPr lang="en-IL" sz="1600" kern="1200" dirty="0"/>
          </a:br>
          <a:r>
            <a:rPr lang="en-US" sz="1600" b="0" u="none" kern="1200" dirty="0"/>
            <a:t>Claim </a:t>
          </a:r>
          <a:r>
            <a:rPr lang="en-US" sz="1600" b="0" u="none" kern="1200" dirty="0" err="1"/>
            <a:t>Buster,Speak</a:t>
          </a:r>
          <a:r>
            <a:rPr lang="en-US" sz="1600" b="0" u="none" kern="1200" dirty="0"/>
            <a:t> AI</a:t>
          </a:r>
        </a:p>
      </dsp:txBody>
      <dsp:txXfrm>
        <a:off x="4531367" y="3240872"/>
        <a:ext cx="3596849" cy="21169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F4BD8-6819-0E4B-B226-771C5618F7F1}">
      <dsp:nvSpPr>
        <dsp:cNvPr id="0" name=""/>
        <dsp:cNvSpPr/>
      </dsp:nvSpPr>
      <dsp:spPr>
        <a:xfrm>
          <a:off x="1976051" y="389002"/>
          <a:ext cx="4551680" cy="4551680"/>
        </a:xfrm>
        <a:prstGeom prst="pie">
          <a:avLst>
            <a:gd name="adj1" fmla="val 1620000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700" b="0" kern="1200" dirty="0"/>
            <a:t>עיבוד שפה טבעית (</a:t>
          </a:r>
          <a:r>
            <a:rPr lang="en-US" sz="1700" b="0" kern="1200" dirty="0"/>
            <a:t>NLP</a:t>
          </a:r>
          <a:r>
            <a:rPr lang="he-IL" sz="1700" b="0" kern="1200" dirty="0"/>
            <a:t>) הוא תחום שמלמד מחשבים להבין ולנתח טקסטים כמו בני אדם. </a:t>
          </a:r>
          <a:br>
            <a:rPr lang="he-IL" sz="1700" b="0" kern="1200" dirty="0"/>
          </a:br>
          <a:br>
            <a:rPr lang="he-IL" sz="1700" b="0" kern="1200" dirty="0"/>
          </a:br>
          <a:endParaRPr lang="en-US" sz="1700" kern="1200" dirty="0"/>
        </a:p>
      </dsp:txBody>
      <dsp:txXfrm>
        <a:off x="4463219" y="1581109"/>
        <a:ext cx="1625600" cy="2167466"/>
      </dsp:txXfrm>
    </dsp:sp>
    <dsp:sp modelId="{B127F6E0-1AD7-0447-B825-D54AE4263BA7}">
      <dsp:nvSpPr>
        <dsp:cNvPr id="0" name=""/>
        <dsp:cNvSpPr/>
      </dsp:nvSpPr>
      <dsp:spPr>
        <a:xfrm>
          <a:off x="1625758" y="390959"/>
          <a:ext cx="4551680" cy="455168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700" b="0" kern="1200" dirty="0"/>
            <a:t>למידת מכונה (</a:t>
          </a:r>
          <a:r>
            <a:rPr lang="en-US" sz="1700" b="0" kern="1200" dirty="0"/>
            <a:t>ML</a:t>
          </a:r>
          <a:r>
            <a:rPr lang="he-IL" sz="1700" b="0" kern="1200" dirty="0"/>
            <a:t>) היא כלי סטטיסטי למדידת נתונים וסיווגם במערכת על פי אמינותם.</a:t>
          </a:r>
          <a:br>
            <a:rPr lang="he-IL" sz="1700" b="0" kern="1200" dirty="0"/>
          </a:br>
          <a:endParaRPr lang="en-US" sz="1700" kern="1200" dirty="0"/>
        </a:p>
      </dsp:txBody>
      <dsp:txXfrm>
        <a:off x="2064670" y="1583066"/>
        <a:ext cx="1625600" cy="2167466"/>
      </dsp:txXfrm>
    </dsp:sp>
    <dsp:sp modelId="{23882A9E-3F6E-E545-A171-9124CBAC0D07}">
      <dsp:nvSpPr>
        <dsp:cNvPr id="0" name=""/>
        <dsp:cNvSpPr/>
      </dsp:nvSpPr>
      <dsp:spPr>
        <a:xfrm>
          <a:off x="1694280" y="107231"/>
          <a:ext cx="5115221" cy="5115221"/>
        </a:xfrm>
        <a:prstGeom prst="circularArrow">
          <a:avLst>
            <a:gd name="adj1" fmla="val 5085"/>
            <a:gd name="adj2" fmla="val 327528"/>
            <a:gd name="adj3" fmla="val 5072472"/>
            <a:gd name="adj4" fmla="val 162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B42EF-E953-C841-A743-2CF33C46752F}">
      <dsp:nvSpPr>
        <dsp:cNvPr id="0" name=""/>
        <dsp:cNvSpPr/>
      </dsp:nvSpPr>
      <dsp:spPr>
        <a:xfrm>
          <a:off x="1343987" y="109189"/>
          <a:ext cx="5115221" cy="5115221"/>
        </a:xfrm>
        <a:prstGeom prst="circularArrow">
          <a:avLst>
            <a:gd name="adj1" fmla="val 5085"/>
            <a:gd name="adj2" fmla="val 327528"/>
            <a:gd name="adj3" fmla="val 15872472"/>
            <a:gd name="adj4" fmla="val 54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078BE-C7F8-194D-BB37-251F2650D8A8}">
      <dsp:nvSpPr>
        <dsp:cNvPr id="0" name=""/>
        <dsp:cNvSpPr/>
      </dsp:nvSpPr>
      <dsp:spPr>
        <a:xfrm>
          <a:off x="732744" y="0"/>
          <a:ext cx="3729362" cy="37293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360" tIns="86360" rIns="86360" bIns="8636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400" b="0" kern="1200" dirty="0"/>
            <a:t>המערכת שלנו מיועדת להגן על משתמשי טיקטוק ,לשפר את האמינות של התוכן בפלטפורמה.</a:t>
          </a:r>
          <a:br>
            <a:rPr lang="he-IL" sz="3400" b="0" kern="1200" dirty="0"/>
          </a:br>
          <a:endParaRPr lang="en-US" sz="3400" kern="1200" dirty="0"/>
        </a:p>
      </dsp:txBody>
      <dsp:txXfrm>
        <a:off x="914796" y="182052"/>
        <a:ext cx="3365258" cy="33652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48C5B-77E6-5C45-B19A-ACD44344F96A}">
      <dsp:nvSpPr>
        <dsp:cNvPr id="0" name=""/>
        <dsp:cNvSpPr/>
      </dsp:nvSpPr>
      <dsp:spPr>
        <a:xfrm>
          <a:off x="1968292" y="2874"/>
          <a:ext cx="2024311" cy="10121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kern="1200" dirty="0"/>
            <a:t>דרישות פונקציונליות:</a:t>
          </a:r>
          <a:endParaRPr lang="en-US" sz="2900" kern="1200" dirty="0"/>
        </a:p>
      </dsp:txBody>
      <dsp:txXfrm>
        <a:off x="1997937" y="32519"/>
        <a:ext cx="1965021" cy="952865"/>
      </dsp:txXfrm>
    </dsp:sp>
    <dsp:sp modelId="{15401573-6C23-6B4C-83B4-019E442F0255}">
      <dsp:nvSpPr>
        <dsp:cNvPr id="0" name=""/>
        <dsp:cNvSpPr/>
      </dsp:nvSpPr>
      <dsp:spPr>
        <a:xfrm>
          <a:off x="2170723" y="1015029"/>
          <a:ext cx="202431" cy="759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9116"/>
              </a:lnTo>
              <a:lnTo>
                <a:pt x="202431" y="7591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342A96-1562-4B48-94DC-291464A33AF2}">
      <dsp:nvSpPr>
        <dsp:cNvPr id="0" name=""/>
        <dsp:cNvSpPr/>
      </dsp:nvSpPr>
      <dsp:spPr>
        <a:xfrm>
          <a:off x="2373154" y="1268068"/>
          <a:ext cx="2026627" cy="101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1400" kern="1200" dirty="0"/>
            <a:t>יצירת ממשק אינטרנטי ללקוח בשפה האנגלית, הסרטון וידאו </a:t>
          </a:r>
          <a:r>
            <a:rPr lang="he-IL" sz="1400" kern="1200" dirty="0" err="1"/>
            <a:t>שיתומלל</a:t>
          </a:r>
          <a:r>
            <a:rPr lang="he-IL" sz="1400" kern="1200" dirty="0"/>
            <a:t> יהיה בשפה האנגלית בלבד.</a:t>
          </a:r>
          <a:endParaRPr lang="en-US" sz="1400" kern="1200" dirty="0"/>
        </a:p>
      </dsp:txBody>
      <dsp:txXfrm>
        <a:off x="2402799" y="1297713"/>
        <a:ext cx="1967337" cy="952865"/>
      </dsp:txXfrm>
    </dsp:sp>
    <dsp:sp modelId="{9AC78BF8-0F9B-214D-80B5-9E97947FBF17}">
      <dsp:nvSpPr>
        <dsp:cNvPr id="0" name=""/>
        <dsp:cNvSpPr/>
      </dsp:nvSpPr>
      <dsp:spPr>
        <a:xfrm>
          <a:off x="2170723" y="1015029"/>
          <a:ext cx="202431" cy="211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6625"/>
              </a:lnTo>
              <a:lnTo>
                <a:pt x="202431" y="21166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773E7A-F367-FA49-8FAD-BEB1DA732C96}">
      <dsp:nvSpPr>
        <dsp:cNvPr id="0" name=""/>
        <dsp:cNvSpPr/>
      </dsp:nvSpPr>
      <dsp:spPr>
        <a:xfrm>
          <a:off x="2373154" y="2533263"/>
          <a:ext cx="2174612" cy="1196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1400" kern="1200" dirty="0"/>
            <a:t>הכנסת כתובת </a:t>
          </a:r>
          <a:r>
            <a:rPr lang="en-US" sz="1400" kern="1200" dirty="0"/>
            <a:t>URL</a:t>
          </a:r>
          <a:r>
            <a:rPr lang="he-IL" sz="1400" kern="1200" dirty="0"/>
            <a:t> לעיבוד הנתונים.</a:t>
          </a:r>
          <a:endParaRPr lang="en-US" sz="1400" kern="1200" dirty="0"/>
        </a:p>
      </dsp:txBody>
      <dsp:txXfrm>
        <a:off x="2408207" y="2568316"/>
        <a:ext cx="2104506" cy="1126677"/>
      </dsp:txXfrm>
    </dsp:sp>
    <dsp:sp modelId="{9C585573-73E7-074F-B1CE-8C5EDD1931E8}">
      <dsp:nvSpPr>
        <dsp:cNvPr id="0" name=""/>
        <dsp:cNvSpPr/>
      </dsp:nvSpPr>
      <dsp:spPr>
        <a:xfrm>
          <a:off x="2170723" y="1015029"/>
          <a:ext cx="202431" cy="3844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4693"/>
              </a:lnTo>
              <a:lnTo>
                <a:pt x="202431" y="3844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D0AAF5-70F1-9A4D-8CE1-3F27B4ECA734}">
      <dsp:nvSpPr>
        <dsp:cNvPr id="0" name=""/>
        <dsp:cNvSpPr/>
      </dsp:nvSpPr>
      <dsp:spPr>
        <a:xfrm>
          <a:off x="2373154" y="3983085"/>
          <a:ext cx="2234111" cy="1753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1400" kern="1200" dirty="0"/>
            <a:t>הצגת</a:t>
          </a:r>
          <a:r>
            <a:rPr lang="he-IL" sz="1400" kern="1200" baseline="0" dirty="0"/>
            <a:t> נתונים סטטיסטים אודות הסרטון על ידי קבלת </a:t>
          </a:r>
          <a:r>
            <a:rPr lang="en-US" sz="1400" kern="1200" baseline="0" dirty="0"/>
            <a:t>data set </a:t>
          </a:r>
          <a:r>
            <a:rPr lang="he-IL" sz="1400" kern="1200" baseline="0" dirty="0"/>
            <a:t> מתאים(סרטונים </a:t>
          </a:r>
          <a:r>
            <a:rPr lang="he-IL" sz="1400" kern="1200" baseline="0" dirty="0" err="1"/>
            <a:t>מתומללים</a:t>
          </a:r>
          <a:r>
            <a:rPr lang="he-IL" sz="1400" kern="1200" baseline="0" dirty="0"/>
            <a:t> מוכנים מראש).</a:t>
          </a:r>
          <a:endParaRPr lang="en-US" sz="1400" kern="1200" dirty="0"/>
        </a:p>
      </dsp:txBody>
      <dsp:txXfrm>
        <a:off x="2424506" y="4034437"/>
        <a:ext cx="2131407" cy="1650572"/>
      </dsp:txXfrm>
    </dsp:sp>
    <dsp:sp modelId="{FBC28431-AF93-5341-BEDB-8C274DABAC5C}">
      <dsp:nvSpPr>
        <dsp:cNvPr id="0" name=""/>
        <dsp:cNvSpPr/>
      </dsp:nvSpPr>
      <dsp:spPr>
        <a:xfrm>
          <a:off x="4708481" y="2874"/>
          <a:ext cx="2024311" cy="10121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b="0" u="none" kern="1200" dirty="0"/>
            <a:t>דר</a:t>
          </a:r>
          <a:r>
            <a:rPr lang="he-IL" sz="2900" b="0" i="1" u="none" kern="1200" dirty="0"/>
            <a:t>ישות לא פונקציונליות</a:t>
          </a:r>
          <a:r>
            <a:rPr lang="he-IL" sz="2900" b="1" i="1" u="none" kern="1200" dirty="0"/>
            <a:t>:</a:t>
          </a:r>
          <a:endParaRPr lang="en-US" sz="2900" u="none" kern="1200" dirty="0"/>
        </a:p>
      </dsp:txBody>
      <dsp:txXfrm>
        <a:off x="4738126" y="32519"/>
        <a:ext cx="1965021" cy="952865"/>
      </dsp:txXfrm>
    </dsp:sp>
    <dsp:sp modelId="{0A78A19B-7F1D-EF4E-8454-D155A39442F8}">
      <dsp:nvSpPr>
        <dsp:cNvPr id="0" name=""/>
        <dsp:cNvSpPr/>
      </dsp:nvSpPr>
      <dsp:spPr>
        <a:xfrm>
          <a:off x="4910912" y="1015029"/>
          <a:ext cx="202431" cy="12177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7709"/>
              </a:lnTo>
              <a:lnTo>
                <a:pt x="202431" y="12177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01A8B-095B-A442-9EDF-0006EC22F3DC}">
      <dsp:nvSpPr>
        <dsp:cNvPr id="0" name=""/>
        <dsp:cNvSpPr/>
      </dsp:nvSpPr>
      <dsp:spPr>
        <a:xfrm>
          <a:off x="5113343" y="1268068"/>
          <a:ext cx="1844746" cy="19293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1400" kern="1200" dirty="0"/>
            <a:t>סביבת</a:t>
          </a:r>
          <a:r>
            <a:rPr lang="he-IL" sz="1400" kern="1200" baseline="0" dirty="0"/>
            <a:t> העבודה הלוקאלית:</a:t>
          </a:r>
        </a:p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baseline="0" dirty="0"/>
            <a:t>VSCODE</a:t>
          </a:r>
          <a:r>
            <a:rPr lang="he-IL" sz="1400" kern="1200" baseline="0" dirty="0"/>
            <a:t>.</a:t>
          </a:r>
          <a:endParaRPr lang="en-US" sz="1400" kern="1200" dirty="0"/>
        </a:p>
      </dsp:txBody>
      <dsp:txXfrm>
        <a:off x="5167374" y="1322099"/>
        <a:ext cx="1736684" cy="1821278"/>
      </dsp:txXfrm>
    </dsp:sp>
    <dsp:sp modelId="{130E0F4B-BC8E-5B4B-9610-9789934BC3BA}">
      <dsp:nvSpPr>
        <dsp:cNvPr id="0" name=""/>
        <dsp:cNvSpPr/>
      </dsp:nvSpPr>
      <dsp:spPr>
        <a:xfrm>
          <a:off x="4910912" y="1015029"/>
          <a:ext cx="148454" cy="2739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9728"/>
              </a:lnTo>
              <a:lnTo>
                <a:pt x="148454" y="27397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720C16-2EA8-DA4D-ADCD-C0678E896A81}">
      <dsp:nvSpPr>
        <dsp:cNvPr id="0" name=""/>
        <dsp:cNvSpPr/>
      </dsp:nvSpPr>
      <dsp:spPr>
        <a:xfrm>
          <a:off x="5059367" y="3325336"/>
          <a:ext cx="3427337" cy="858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br>
            <a:rPr lang="en-US" sz="1400" kern="1200" dirty="0"/>
          </a:br>
          <a:r>
            <a:rPr lang="he-IL" sz="1400" kern="1200" dirty="0"/>
            <a:t>שפות תכנות:</a:t>
          </a:r>
          <a:br>
            <a:rPr lang="en-US" sz="1400" kern="1200" dirty="0"/>
          </a:br>
          <a:r>
            <a:rPr lang="en-US" sz="1400" kern="1200" dirty="0"/>
            <a:t>Python ,JavaScript ,HTML ,CSS</a:t>
          </a:r>
          <a:br>
            <a:rPr lang="en-US" sz="1400" b="0" kern="1200" dirty="0"/>
          </a:br>
          <a:endParaRPr lang="en-US" sz="1400" kern="1200" dirty="0"/>
        </a:p>
      </dsp:txBody>
      <dsp:txXfrm>
        <a:off x="5084522" y="3350491"/>
        <a:ext cx="3377027" cy="808534"/>
      </dsp:txXfrm>
    </dsp:sp>
    <dsp:sp modelId="{63C6E20A-FAA8-814A-8D32-DA727C008A36}">
      <dsp:nvSpPr>
        <dsp:cNvPr id="0" name=""/>
        <dsp:cNvSpPr/>
      </dsp:nvSpPr>
      <dsp:spPr>
        <a:xfrm>
          <a:off x="4910912" y="1015029"/>
          <a:ext cx="155807" cy="37973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7340"/>
              </a:lnTo>
              <a:lnTo>
                <a:pt x="155807" y="37973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BC157B-11D6-4E40-8531-948943AD1C57}">
      <dsp:nvSpPr>
        <dsp:cNvPr id="0" name=""/>
        <dsp:cNvSpPr/>
      </dsp:nvSpPr>
      <dsp:spPr>
        <a:xfrm>
          <a:off x="5066719" y="4317936"/>
          <a:ext cx="2950733" cy="9888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400" kern="1200" dirty="0"/>
            <a:t>שימוש בספריות : </a:t>
          </a:r>
          <a:r>
            <a:rPr lang="en-US" sz="1400" kern="1200" dirty="0"/>
            <a:t>Flask ,</a:t>
          </a:r>
          <a:r>
            <a:rPr lang="en-US" sz="1400" kern="1200" dirty="0" err="1"/>
            <a:t>yt_dlp</a:t>
          </a:r>
          <a:r>
            <a:rPr lang="en-US" sz="1400" kern="1200" dirty="0"/>
            <a:t>, </a:t>
          </a:r>
          <a:r>
            <a:rPr lang="en-US" sz="1400" b="0" kern="1200" dirty="0"/>
            <a:t>whisper,  </a:t>
          </a:r>
          <a:r>
            <a:rPr lang="en-US" sz="1400" b="0" kern="1200" dirty="0" err="1"/>
            <a:t>ssl</a:t>
          </a:r>
          <a:r>
            <a:rPr lang="en-US" sz="1400" b="0" kern="1200" dirty="0"/>
            <a:t>, </a:t>
          </a:r>
          <a:r>
            <a:rPr lang="en-US" sz="1400" b="0" kern="1200" dirty="0" err="1"/>
            <a:t>ffmpeg</a:t>
          </a:r>
          <a:r>
            <a:rPr lang="en-US" sz="1400" b="0" kern="1200" dirty="0"/>
            <a:t>, </a:t>
          </a:r>
          <a:r>
            <a:rPr lang="en-US" sz="1400" b="0" kern="1200" dirty="0" err="1"/>
            <a:t>os</a:t>
          </a:r>
          <a:r>
            <a:rPr lang="en-US" sz="1400" b="0" kern="1200" dirty="0"/>
            <a:t>, </a:t>
          </a:r>
          <a:r>
            <a:rPr lang="en-US" sz="1400" b="0" kern="1200" dirty="0" err="1"/>
            <a:t>render_template</a:t>
          </a:r>
          <a:r>
            <a:rPr lang="en-US" sz="1400" b="0" kern="1200" dirty="0"/>
            <a:t>,  request , </a:t>
          </a:r>
          <a:r>
            <a:rPr lang="en-US" sz="1400" b="0" kern="1200" dirty="0" err="1"/>
            <a:t>jsonify</a:t>
          </a:r>
          <a:br>
            <a:rPr lang="en-US" sz="1400" b="0" kern="1200" dirty="0"/>
          </a:br>
          <a:endParaRPr lang="en-US" sz="1400" kern="1200" dirty="0"/>
        </a:p>
      </dsp:txBody>
      <dsp:txXfrm>
        <a:off x="5095682" y="4346899"/>
        <a:ext cx="2892807" cy="930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069A2-47F7-BA4C-A7D0-9C23EA4977B8}">
      <dsp:nvSpPr>
        <dsp:cNvPr id="0" name=""/>
        <dsp:cNvSpPr/>
      </dsp:nvSpPr>
      <dsp:spPr>
        <a:xfrm>
          <a:off x="3638715" y="2564311"/>
          <a:ext cx="642951" cy="2073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1475" y="0"/>
              </a:lnTo>
              <a:lnTo>
                <a:pt x="321475" y="2073517"/>
              </a:lnTo>
              <a:lnTo>
                <a:pt x="642951" y="20735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C8D5CD-B3F7-3C46-8E9A-B4316603AB90}">
      <dsp:nvSpPr>
        <dsp:cNvPr id="0" name=""/>
        <dsp:cNvSpPr/>
      </dsp:nvSpPr>
      <dsp:spPr>
        <a:xfrm>
          <a:off x="3638715" y="2564311"/>
          <a:ext cx="642951" cy="691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1475" y="0"/>
              </a:lnTo>
              <a:lnTo>
                <a:pt x="321475" y="691172"/>
              </a:lnTo>
              <a:lnTo>
                <a:pt x="642951" y="6911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A5EC54-AA70-0941-9984-1E413D3BAA83}">
      <dsp:nvSpPr>
        <dsp:cNvPr id="0" name=""/>
        <dsp:cNvSpPr/>
      </dsp:nvSpPr>
      <dsp:spPr>
        <a:xfrm>
          <a:off x="3638715" y="1873139"/>
          <a:ext cx="642951" cy="691172"/>
        </a:xfrm>
        <a:custGeom>
          <a:avLst/>
          <a:gdLst/>
          <a:ahLst/>
          <a:cxnLst/>
          <a:rect l="0" t="0" r="0" b="0"/>
          <a:pathLst>
            <a:path>
              <a:moveTo>
                <a:pt x="0" y="691172"/>
              </a:moveTo>
              <a:lnTo>
                <a:pt x="321475" y="691172"/>
              </a:lnTo>
              <a:lnTo>
                <a:pt x="321475" y="0"/>
              </a:lnTo>
              <a:lnTo>
                <a:pt x="64295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43E12-FA42-704D-94D8-19133332D63D}">
      <dsp:nvSpPr>
        <dsp:cNvPr id="0" name=""/>
        <dsp:cNvSpPr/>
      </dsp:nvSpPr>
      <dsp:spPr>
        <a:xfrm>
          <a:off x="3638715" y="490794"/>
          <a:ext cx="642951" cy="2073517"/>
        </a:xfrm>
        <a:custGeom>
          <a:avLst/>
          <a:gdLst/>
          <a:ahLst/>
          <a:cxnLst/>
          <a:rect l="0" t="0" r="0" b="0"/>
          <a:pathLst>
            <a:path>
              <a:moveTo>
                <a:pt x="0" y="2073517"/>
              </a:moveTo>
              <a:lnTo>
                <a:pt x="321475" y="2073517"/>
              </a:lnTo>
              <a:lnTo>
                <a:pt x="321475" y="0"/>
              </a:lnTo>
              <a:lnTo>
                <a:pt x="64295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C2AEBA-C2F6-0844-B643-CC8103F8CAC9}">
      <dsp:nvSpPr>
        <dsp:cNvPr id="0" name=""/>
        <dsp:cNvSpPr/>
      </dsp:nvSpPr>
      <dsp:spPr>
        <a:xfrm>
          <a:off x="423960" y="2074061"/>
          <a:ext cx="3214755" cy="980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המשימות שכרגע נעשו:</a:t>
          </a:r>
          <a:endParaRPr lang="en-US" sz="2000" kern="1200" dirty="0"/>
        </a:p>
      </dsp:txBody>
      <dsp:txXfrm>
        <a:off x="423960" y="2074061"/>
        <a:ext cx="3214755" cy="980500"/>
      </dsp:txXfrm>
    </dsp:sp>
    <dsp:sp modelId="{812F9B79-0931-A14D-90D2-EBD40DBC9B90}">
      <dsp:nvSpPr>
        <dsp:cNvPr id="0" name=""/>
        <dsp:cNvSpPr/>
      </dsp:nvSpPr>
      <dsp:spPr>
        <a:xfrm>
          <a:off x="4281667" y="544"/>
          <a:ext cx="3214755" cy="980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דוח אפיון – נעשה בהצלחה.</a:t>
          </a:r>
          <a:br>
            <a:rPr lang="he-IL" sz="2300" kern="1200" dirty="0"/>
          </a:br>
          <a:endParaRPr lang="en-US" sz="2300" kern="1200" dirty="0"/>
        </a:p>
      </dsp:txBody>
      <dsp:txXfrm>
        <a:off x="4281667" y="544"/>
        <a:ext cx="3214755" cy="980500"/>
      </dsp:txXfrm>
    </dsp:sp>
    <dsp:sp modelId="{573233EF-5CB8-C14E-9C14-6CECD9F6FB12}">
      <dsp:nvSpPr>
        <dsp:cNvPr id="0" name=""/>
        <dsp:cNvSpPr/>
      </dsp:nvSpPr>
      <dsp:spPr>
        <a:xfrm>
          <a:off x="4281667" y="1382889"/>
          <a:ext cx="3214755" cy="980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תמלול אודיו לטקסט</a:t>
          </a:r>
          <a:endParaRPr lang="en-US" sz="2300" kern="1200" dirty="0"/>
        </a:p>
      </dsp:txBody>
      <dsp:txXfrm>
        <a:off x="4281667" y="1382889"/>
        <a:ext cx="3214755" cy="980500"/>
      </dsp:txXfrm>
    </dsp:sp>
    <dsp:sp modelId="{42FCA894-E4BB-DD4E-A726-F890F728F068}">
      <dsp:nvSpPr>
        <dsp:cNvPr id="0" name=""/>
        <dsp:cNvSpPr/>
      </dsp:nvSpPr>
      <dsp:spPr>
        <a:xfrm>
          <a:off x="4281667" y="2765233"/>
          <a:ext cx="3214755" cy="980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הבנת דרישות המערכת – נעשה בהצלחה.</a:t>
          </a:r>
          <a:endParaRPr lang="en-US" sz="2300" kern="1200" dirty="0"/>
        </a:p>
      </dsp:txBody>
      <dsp:txXfrm>
        <a:off x="4281667" y="2765233"/>
        <a:ext cx="3214755" cy="980500"/>
      </dsp:txXfrm>
    </dsp:sp>
    <dsp:sp modelId="{24D3D18E-0B61-4043-B62C-C48B0952F176}">
      <dsp:nvSpPr>
        <dsp:cNvPr id="0" name=""/>
        <dsp:cNvSpPr/>
      </dsp:nvSpPr>
      <dsp:spPr>
        <a:xfrm>
          <a:off x="4281667" y="4147578"/>
          <a:ext cx="3214755" cy="980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/>
            <a:t>הקמת דף ראשי –ממשק למשתמש.</a:t>
          </a:r>
          <a:endParaRPr lang="en-US" sz="2300" kern="1200" dirty="0"/>
        </a:p>
      </dsp:txBody>
      <dsp:txXfrm>
        <a:off x="4281667" y="4147578"/>
        <a:ext cx="3214755" cy="980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3F20E-B4B7-7948-84EB-4C2BCDFA6F24}">
      <dsp:nvSpPr>
        <dsp:cNvPr id="0" name=""/>
        <dsp:cNvSpPr/>
      </dsp:nvSpPr>
      <dsp:spPr>
        <a:xfrm>
          <a:off x="2049664" y="774327"/>
          <a:ext cx="4028670" cy="38700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- בחירת מסווג</a:t>
          </a:r>
        </a:p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-שימוש בספריות </a:t>
          </a:r>
          <a:r>
            <a:rPr lang="en-US" sz="2400" kern="1200" dirty="0"/>
            <a:t>NLP</a:t>
          </a:r>
          <a:r>
            <a:rPr lang="he-IL" sz="2400" kern="1200" dirty="0"/>
            <a:t> מתאימות.</a:t>
          </a:r>
        </a:p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-אימון המסווג וסדרת מבחן.</a:t>
          </a:r>
          <a:r>
            <a:rPr lang="en-US" sz="2400" kern="1200" dirty="0"/>
            <a:t> </a:t>
          </a:r>
          <a:r>
            <a:rPr lang="he-IL" sz="2400" kern="1200" dirty="0"/>
            <a:t>שימוש בדאטה מוכן עם אחוז דיוק גבוה. </a:t>
          </a:r>
        </a:p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/>
            <a:t>-העלאת הממשק לאתר(צד שרת).</a:t>
          </a:r>
          <a:endParaRPr lang="en-US" sz="2400" kern="1200" dirty="0"/>
        </a:p>
      </dsp:txBody>
      <dsp:txXfrm>
        <a:off x="2639649" y="1341077"/>
        <a:ext cx="2848700" cy="27365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5E494-1595-3E47-B0B6-6CDBCF443A7D}">
      <dsp:nvSpPr>
        <dsp:cNvPr id="0" name=""/>
        <dsp:cNvSpPr/>
      </dsp:nvSpPr>
      <dsp:spPr>
        <a:xfrm>
          <a:off x="1068994" y="897087"/>
          <a:ext cx="5990010" cy="36244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500" kern="1200" dirty="0"/>
            <a:t>תודה על ההקשבה!</a:t>
          </a:r>
          <a:endParaRPr lang="en-US" sz="6500" kern="1200" dirty="0"/>
        </a:p>
      </dsp:txBody>
      <dsp:txXfrm>
        <a:off x="1175152" y="1003245"/>
        <a:ext cx="5777694" cy="3412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28689-2C06-FA42-AC78-AD46FFE61D06}" type="datetimeFigureOut">
              <a:rPr lang="en-IL" smtClean="0"/>
              <a:t>26/04/2025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EA181-ED35-8746-A076-7B582998CE6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11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4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1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4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1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9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7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5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42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7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18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4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microsoft.com/office/2007/relationships/diagramDrawing" Target="../diagrams/drawing7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6.xml"/><Relationship Id="rId12" Type="http://schemas.openxmlformats.org/officeDocument/2006/relationships/diagramColors" Target="../diagrams/colors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11" Type="http://schemas.openxmlformats.org/officeDocument/2006/relationships/diagramQuickStyle" Target="../diagrams/quickStyle7.xml"/><Relationship Id="rId5" Type="http://schemas.openxmlformats.org/officeDocument/2006/relationships/diagramLayout" Target="../diagrams/layout6.xml"/><Relationship Id="rId10" Type="http://schemas.openxmlformats.org/officeDocument/2006/relationships/diagramLayout" Target="../diagrams/layout7.xml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B759286-3A1B-02D4-C841-1DF91614F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8990D-0171-D62D-8120-59EEFC12B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0470" y="1441574"/>
            <a:ext cx="5443330" cy="2812722"/>
          </a:xfrm>
        </p:spPr>
        <p:txBody>
          <a:bodyPr anchor="ctr">
            <a:normAutofit/>
          </a:bodyPr>
          <a:lstStyle/>
          <a:p>
            <a:pPr algn="r"/>
            <a:r>
              <a:rPr lang="he-IL" u="sng" dirty="0">
                <a:solidFill>
                  <a:schemeClr val="accent1"/>
                </a:solidFill>
                <a:latin typeface="Bodoni Ornaments" pitchFamily="2" charset="0"/>
                <a:ea typeface="Bodoni Ornaments" pitchFamily="2" charset="0"/>
                <a:cs typeface="Arial Hebrew Scholar" pitchFamily="2" charset="-79"/>
              </a:rPr>
              <a:t>מצגת אמצע–מערכת לזיהוי פייק ניוז </a:t>
            </a:r>
            <a:r>
              <a:rPr lang="he-IL" u="sng" dirty="0" err="1">
                <a:solidFill>
                  <a:schemeClr val="accent1"/>
                </a:solidFill>
                <a:latin typeface="Bodoni Ornaments" pitchFamily="2" charset="0"/>
                <a:ea typeface="Bodoni Ornaments" pitchFamily="2" charset="0"/>
                <a:cs typeface="Arial Hebrew Scholar" pitchFamily="2" charset="-79"/>
              </a:rPr>
              <a:t>בטיקטוק</a:t>
            </a:r>
            <a:r>
              <a:rPr lang="he-IL" u="sng" dirty="0">
                <a:solidFill>
                  <a:schemeClr val="accent1"/>
                </a:solidFill>
                <a:latin typeface="Bodoni Ornaments" pitchFamily="2" charset="0"/>
                <a:ea typeface="Bodoni Ornaments" pitchFamily="2" charset="0"/>
                <a:cs typeface="Arial Hebrew Scholar" pitchFamily="2" charset="-79"/>
              </a:rPr>
              <a:t>:</a:t>
            </a:r>
            <a:endParaRPr lang="en-IL" u="sng" dirty="0">
              <a:solidFill>
                <a:schemeClr val="accent1"/>
              </a:solidFill>
              <a:latin typeface="Bodoni Ornaments" pitchFamily="2" charset="0"/>
              <a:ea typeface="Bodoni Ornaments" pitchFamily="2" charset="0"/>
              <a:cs typeface="Arial Hebrew Scholar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7B45C-CA5B-DCAA-98F8-731022CAD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547" y="5003255"/>
            <a:ext cx="4482003" cy="1416367"/>
          </a:xfrm>
        </p:spPr>
        <p:txBody>
          <a:bodyPr anchor="ctr">
            <a:normAutofit/>
          </a:bodyPr>
          <a:lstStyle/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dirty="0">
                <a:solidFill>
                  <a:schemeClr val="accent1"/>
                </a:solidFill>
              </a:rPr>
              <a:t>שם מנחה: ד׳׳ר נדב וולך</a:t>
            </a:r>
          </a:p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dirty="0">
                <a:solidFill>
                  <a:schemeClr val="accent1"/>
                </a:solidFill>
              </a:rPr>
              <a:t>מגישים: גל סבן 313133084</a:t>
            </a:r>
          </a:p>
          <a:p>
            <a:pPr marL="0" indent="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dirty="0">
                <a:solidFill>
                  <a:schemeClr val="accent1"/>
                </a:solidFill>
              </a:rPr>
              <a:t>יונתן כהן 207906777</a:t>
            </a:r>
            <a:endParaRPr lang="en-IL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15AAEFEA-A7B8-7AFE-D37A-1441B6169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1" y="10"/>
            <a:ext cx="7835806" cy="425428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2BF9846-457C-A078-8113-25EFE9DD3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7893420" y="4998931"/>
            <a:ext cx="4298580" cy="1868796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43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5807-E643-6A90-0506-E867E924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25B7-1C91-005E-4807-CEBC4AAC5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8173" y="1948070"/>
            <a:ext cx="7103166" cy="715618"/>
          </a:xfrm>
        </p:spPr>
        <p:txBody>
          <a:bodyPr anchor="ctr">
            <a:normAutofit fontScale="90000"/>
          </a:bodyPr>
          <a:lstStyle/>
          <a:p>
            <a:pPr algn="r" rtl="1"/>
            <a:br>
              <a:rPr lang="he-IL" sz="1800" u="sng" dirty="0"/>
            </a:br>
            <a:br>
              <a:rPr lang="he-IL" sz="1800" u="sng" dirty="0"/>
            </a:br>
            <a:br>
              <a:rPr lang="he-IL" sz="1800" u="sng" dirty="0"/>
            </a:br>
            <a:endParaRPr lang="en-IL" sz="18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4CFF08FB-6D18-0914-BD29-D071E8CB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0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E2B2F5C-7B4F-32A4-7AAF-DCCEF0BEC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698989-C1B3-C345-4557-996293F57609}"/>
              </a:ext>
            </a:extLst>
          </p:cNvPr>
          <p:cNvSpPr txBox="1"/>
          <p:nvPr/>
        </p:nvSpPr>
        <p:spPr>
          <a:xfrm>
            <a:off x="4308529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44694-06C2-6251-B26C-93ADD4AE3415}"/>
              </a:ext>
            </a:extLst>
          </p:cNvPr>
          <p:cNvSpPr txBox="1"/>
          <p:nvPr/>
        </p:nvSpPr>
        <p:spPr>
          <a:xfrm>
            <a:off x="5194852" y="401135"/>
            <a:ext cx="3697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2800" b="1" u="sng" dirty="0">
                <a:solidFill>
                  <a:schemeClr val="accent1"/>
                </a:solidFill>
              </a:rPr>
              <a:t>הצגת הבעיה :</a:t>
            </a:r>
            <a:endParaRPr lang="en-IL" sz="2800" b="1" u="sng" dirty="0">
              <a:solidFill>
                <a:schemeClr val="accent1"/>
              </a:solidFill>
            </a:endParaRP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9A0D5391-EF61-3344-34DF-D97CAD00B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7097529"/>
              </p:ext>
            </p:extLst>
          </p:nvPr>
        </p:nvGraphicFramePr>
        <p:xfrm>
          <a:off x="583096" y="278297"/>
          <a:ext cx="11087016" cy="6248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0397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BCE4-F8B7-4F58-252B-6FC58F89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464B747B-E1E8-D4A5-C679-B42EF91E86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016C26-B89D-58D3-DF9D-CF9D9CC06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1897CB-960A-0DE6-B8C3-1DA2C3190734}"/>
              </a:ext>
            </a:extLst>
          </p:cNvPr>
          <p:cNvSpPr txBox="1"/>
          <p:nvPr/>
        </p:nvSpPr>
        <p:spPr>
          <a:xfrm>
            <a:off x="3260036" y="1563757"/>
            <a:ext cx="7487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rtl="1" eaLnBrk="1" latinLnBrk="0" hangingPunct="1"/>
            <a:r>
              <a:rPr lang="he-IL" dirty="0"/>
              <a:t>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6404D46-4AB2-E28E-F645-8BFBEAD2A3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607179"/>
              </p:ext>
            </p:extLst>
          </p:nvPr>
        </p:nvGraphicFramePr>
        <p:xfrm>
          <a:off x="1643269" y="749945"/>
          <a:ext cx="8309113" cy="5358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0464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1DE6-7A01-3F44-7AA5-D5924E61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540315D7-33EC-1DBD-B4F2-0ACD7C363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FF1F6DA-3524-21A3-DB59-5157109E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51FA7-F496-7C24-4259-4FCF418665FE}"/>
              </a:ext>
            </a:extLst>
          </p:cNvPr>
          <p:cNvSpPr txBox="1"/>
          <p:nvPr/>
        </p:nvSpPr>
        <p:spPr>
          <a:xfrm>
            <a:off x="3260036" y="1563757"/>
            <a:ext cx="7487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rtl="1" eaLnBrk="1" latinLnBrk="0" hangingPunct="1"/>
            <a:r>
              <a:rPr lang="he-IL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3EF7D-3CFA-A5B6-A861-B55482D4A09C}"/>
              </a:ext>
            </a:extLst>
          </p:cNvPr>
          <p:cNvSpPr txBox="1"/>
          <p:nvPr/>
        </p:nvSpPr>
        <p:spPr>
          <a:xfrm>
            <a:off x="5194852" y="5228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איך זה עובד בפועל?</a:t>
            </a:r>
            <a:endParaRPr lang="en-IL" sz="1800" b="1" u="sng" dirty="0">
              <a:solidFill>
                <a:schemeClr val="accent1"/>
              </a:solidFill>
            </a:endParaRPr>
          </a:p>
        </p:txBody>
      </p: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4967004-4AFB-7B6B-B084-B449057A4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787" y="1441574"/>
            <a:ext cx="4862425" cy="494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1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3D2B-86B0-1707-8206-D47DC5BC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80A3D6A6-44D1-9762-10CE-7FDA4CC3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EA3AF3-6C98-3A1E-F181-DA7974CBD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27080A-94FC-8F62-BBA1-43EFBDC4C26A}"/>
              </a:ext>
            </a:extLst>
          </p:cNvPr>
          <p:cNvSpPr txBox="1"/>
          <p:nvPr/>
        </p:nvSpPr>
        <p:spPr>
          <a:xfrm>
            <a:off x="3260036" y="1563757"/>
            <a:ext cx="7487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rtl="1" eaLnBrk="1" latinLnBrk="0" hangingPunct="1"/>
            <a:r>
              <a:rPr lang="he-IL" dirty="0"/>
              <a:t>כעת נעבור להסבר על שני הכלים המרכזיים שמאפשרים למערכת להבין, לנתח ולהחליט:</a:t>
            </a:r>
          </a:p>
          <a:p>
            <a:pPr algn="r" defTabSz="914400" rtl="1" eaLnBrk="1" latinLnBrk="0" hangingPunct="1"/>
            <a:r>
              <a:rPr lang="he-IL" dirty="0"/>
              <a:t> </a:t>
            </a:r>
          </a:p>
          <a:p>
            <a:pPr algn="r" defTabSz="914400" rtl="1" eaLnBrk="1" latinLnBrk="0" hangingPunct="1"/>
            <a:r>
              <a:rPr lang="en-IL" dirty="0"/>
              <a:t>🧠 </a:t>
            </a:r>
            <a:r>
              <a:rPr lang="en-US" b="1" dirty="0"/>
              <a:t>NLP –</a:t>
            </a:r>
            <a:endParaRPr lang="he-IL" b="1" dirty="0"/>
          </a:p>
          <a:p>
            <a:pPr algn="r" defTabSz="914400" rtl="1" eaLnBrk="1" latinLnBrk="0" hangingPunct="1"/>
            <a:br>
              <a:rPr lang="he-IL" dirty="0"/>
            </a:br>
            <a:r>
              <a:rPr lang="en-IL" dirty="0"/>
              <a:t>🤖 </a:t>
            </a:r>
            <a:r>
              <a:rPr lang="en-US" b="1" dirty="0"/>
              <a:t>ML –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7A003-DE2E-4475-7F06-87681EF526EB}"/>
              </a:ext>
            </a:extLst>
          </p:cNvPr>
          <p:cNvSpPr txBox="1"/>
          <p:nvPr/>
        </p:nvSpPr>
        <p:spPr>
          <a:xfrm>
            <a:off x="4651514" y="7281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he-IL" sz="2000" b="1" u="sng" dirty="0">
                <a:solidFill>
                  <a:schemeClr val="accent1"/>
                </a:solidFill>
              </a:rPr>
              <a:t>אז איך המערכת יודעת מה אמיתי ומה מזויף?</a:t>
            </a:r>
            <a:endParaRPr lang="en-IL" sz="20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42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FE26-513D-3FAA-74B7-390FF065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0C67-2F17-6E07-6DB1-E97AFAF64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30088" y="4731853"/>
            <a:ext cx="7275443" cy="3125459"/>
          </a:xfrm>
        </p:spPr>
        <p:txBody>
          <a:bodyPr anchor="ctr">
            <a:normAutofit/>
          </a:bodyPr>
          <a:lstStyle/>
          <a:p>
            <a:pPr algn="r" rtl="1"/>
            <a:br>
              <a:rPr lang="he-IL" sz="1600" b="0" dirty="0"/>
            </a:br>
            <a:br>
              <a:rPr lang="he-IL" sz="1800" dirty="0"/>
            </a:br>
            <a:br>
              <a:rPr lang="he-IL" sz="2000" b="0" dirty="0"/>
            </a:br>
            <a:endParaRPr lang="en-IL" sz="20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F5FDF941-4D32-36EC-6CBF-1364FBB1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19084B-B072-5033-D9C7-C88A48C3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6824A-98F3-AB5E-2778-30C708D3CDFA}"/>
              </a:ext>
            </a:extLst>
          </p:cNvPr>
          <p:cNvSpPr txBox="1"/>
          <p:nvPr/>
        </p:nvSpPr>
        <p:spPr>
          <a:xfrm>
            <a:off x="5284422" y="523713"/>
            <a:ext cx="48381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000" b="1" u="sng" dirty="0">
                <a:solidFill>
                  <a:schemeClr val="accent1"/>
                </a:solidFill>
              </a:rPr>
              <a:t>תרומתם של </a:t>
            </a:r>
            <a:r>
              <a:rPr lang="en-US" sz="2000" b="1" u="sng" dirty="0">
                <a:solidFill>
                  <a:schemeClr val="accent1"/>
                </a:solidFill>
              </a:rPr>
              <a:t>NLP </a:t>
            </a:r>
            <a:r>
              <a:rPr lang="he-IL" sz="2000" b="1" u="sng" dirty="0">
                <a:solidFill>
                  <a:schemeClr val="accent1"/>
                </a:solidFill>
              </a:rPr>
              <a:t>ו-</a:t>
            </a:r>
            <a:r>
              <a:rPr lang="en-US" sz="2000" b="1" u="sng" dirty="0">
                <a:solidFill>
                  <a:schemeClr val="accent1"/>
                </a:solidFill>
              </a:rPr>
              <a:t>ML </a:t>
            </a:r>
            <a:r>
              <a:rPr lang="he-IL" sz="2000" b="1" u="sng" dirty="0">
                <a:solidFill>
                  <a:schemeClr val="accent1"/>
                </a:solidFill>
              </a:rPr>
              <a:t>לזיהוי אמינות התוכן:</a:t>
            </a:r>
            <a:endParaRPr lang="en-IL" sz="2000" b="1" u="sng" dirty="0">
              <a:solidFill>
                <a:schemeClr val="accent1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C3D8B1B-D021-098A-582D-B8D81444F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087620"/>
              </p:ext>
            </p:extLst>
          </p:nvPr>
        </p:nvGraphicFramePr>
        <p:xfrm>
          <a:off x="4063999" y="87591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5908EFB-7937-FF36-D67C-A5E4DB579D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4528920"/>
              </p:ext>
            </p:extLst>
          </p:nvPr>
        </p:nvGraphicFramePr>
        <p:xfrm>
          <a:off x="291549" y="2851792"/>
          <a:ext cx="5194851" cy="3729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16894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09CC-C57D-45D4-76C5-717ADDBA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E23C-CE23-68E1-B182-AD4DB3A1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8140" y="517843"/>
            <a:ext cx="7248940" cy="369008"/>
          </a:xfrm>
        </p:spPr>
        <p:txBody>
          <a:bodyPr anchor="ctr">
            <a:normAutofit fontScale="90000"/>
          </a:bodyPr>
          <a:lstStyle/>
          <a:p>
            <a:pPr algn="r" rtl="1"/>
            <a:r>
              <a:rPr lang="he-IL" sz="2200" u="sng" dirty="0">
                <a:solidFill>
                  <a:schemeClr val="accent1"/>
                </a:solidFill>
              </a:rPr>
              <a:t>דרישות המערכת:</a:t>
            </a:r>
            <a:br>
              <a:rPr lang="he-IL" sz="2000" u="sng" dirty="0"/>
            </a:br>
            <a:endParaRPr lang="en-IL" sz="20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D7532C8B-8EF5-D266-F259-43B2D4DA1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66243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0E91D96-7A5D-E735-503F-F43012542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C0A951E-E341-B84D-E214-CB369AE62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9196004"/>
              </p:ext>
            </p:extLst>
          </p:nvPr>
        </p:nvGraphicFramePr>
        <p:xfrm>
          <a:off x="1842052" y="1033355"/>
          <a:ext cx="10508973" cy="5739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9830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10F9-5D50-2D53-0321-926619C3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2DB7-82D9-A6ED-E032-20E361725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1062" y="744176"/>
            <a:ext cx="7248940" cy="369008"/>
          </a:xfrm>
        </p:spPr>
        <p:txBody>
          <a:bodyPr anchor="ctr">
            <a:noAutofit/>
          </a:bodyPr>
          <a:lstStyle/>
          <a:p>
            <a:pPr algn="r" defTabSz="914400" rtl="1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e-IL" sz="2000" u="sng" dirty="0">
                <a:solidFill>
                  <a:schemeClr val="accent1"/>
                </a:solidFill>
              </a:rPr>
              <a:t>ארכיטקטורה:</a:t>
            </a:r>
            <a:endParaRPr lang="en-IL" sz="2000" u="sng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2FB46A2A-5800-F269-60E0-4E227C80B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EE4AB6-AEC0-481B-DEBE-112354AFA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08DAB7-0ABA-2916-4C3E-D01F60B08080}"/>
              </a:ext>
            </a:extLst>
          </p:cNvPr>
          <p:cNvSpPr txBox="1"/>
          <p:nvPr/>
        </p:nvSpPr>
        <p:spPr>
          <a:xfrm>
            <a:off x="2102813" y="2432070"/>
            <a:ext cx="165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b="1" u="sng" dirty="0">
                <a:solidFill>
                  <a:schemeClr val="accent1"/>
                </a:solidFill>
              </a:rPr>
              <a:t>תרשים פשטני:</a:t>
            </a:r>
            <a:endParaRPr lang="en-IL" b="1" u="sng" dirty="0">
              <a:solidFill>
                <a:schemeClr val="accent1"/>
              </a:solidFill>
            </a:endParaRPr>
          </a:p>
        </p:txBody>
      </p:sp>
      <p:pic>
        <p:nvPicPr>
          <p:cNvPr id="13" name="Picture 12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8A8409DE-18A6-7491-30DC-500869BD6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33" y="2886514"/>
            <a:ext cx="3269486" cy="3940130"/>
          </a:xfrm>
          <a:prstGeom prst="rect">
            <a:avLst/>
          </a:prstGeom>
        </p:spPr>
      </p:pic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68C246D-B3BA-3EF3-38D6-3E226EF44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660" y="944217"/>
            <a:ext cx="4048540" cy="59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1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970F-9787-D4B1-64E2-5C2E33DE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B41F-9E80-6129-D036-0E5C18201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1062" y="744176"/>
            <a:ext cx="7248940" cy="369008"/>
          </a:xfrm>
        </p:spPr>
        <p:txBody>
          <a:bodyPr anchor="ctr">
            <a:noAutofit/>
          </a:bodyPr>
          <a:lstStyle/>
          <a:p>
            <a:pPr algn="r" defTabSz="914400" rtl="1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e-IL" sz="2000" u="sng" dirty="0">
                <a:solidFill>
                  <a:schemeClr val="accent1"/>
                </a:solidFill>
              </a:rPr>
              <a:t>מסכי המערכת שנוצרו:</a:t>
            </a:r>
            <a:endParaRPr lang="en-IL" sz="2000" u="sng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B76777DC-4A9F-051D-F1A8-37721E16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41DDB19-0637-9AE6-D4E1-673E67EFD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erson holding a phone&#10;&#10;AI-generated content may be incorrect.">
            <a:extLst>
              <a:ext uri="{FF2B5EF4-FFF2-40B4-BE49-F238E27FC236}">
                <a16:creationId xmlns:a16="http://schemas.microsoft.com/office/drawing/2014/main" id="{9B70DC42-0C74-DD12-35F5-EC1313EB4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66" y="1603512"/>
            <a:ext cx="8052286" cy="405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4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DF30-DF91-2294-06AE-73CA6A04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2D43-292E-8925-D81E-4EB8F4A55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4591" y="901148"/>
            <a:ext cx="7699513" cy="5314122"/>
          </a:xfrm>
        </p:spPr>
        <p:txBody>
          <a:bodyPr anchor="ctr">
            <a:noAutofit/>
          </a:bodyPr>
          <a:lstStyle/>
          <a:p>
            <a:pPr algn="r" rtl="1"/>
            <a:br>
              <a:rPr lang="he-IL" sz="1200" dirty="0"/>
            </a:br>
            <a:br>
              <a:rPr lang="he-IL" sz="1400" b="0" dirty="0"/>
            </a:br>
            <a:br>
              <a:rPr lang="he-IL" sz="1400" b="0" dirty="0"/>
            </a:br>
            <a:endParaRPr lang="en-IL" sz="14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8222107C-664B-3098-FE36-6D72151DA4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E7AAAC4-E1AD-93ED-3AA5-C4CE63D3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A91531-E809-0471-763B-CDA46A8BC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133723"/>
              </p:ext>
            </p:extLst>
          </p:nvPr>
        </p:nvGraphicFramePr>
        <p:xfrm>
          <a:off x="3723861" y="1298713"/>
          <a:ext cx="8030818" cy="394914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15409">
                  <a:extLst>
                    <a:ext uri="{9D8B030D-6E8A-4147-A177-3AD203B41FA5}">
                      <a16:colId xmlns:a16="http://schemas.microsoft.com/office/drawing/2014/main" val="2198123317"/>
                    </a:ext>
                  </a:extLst>
                </a:gridCol>
                <a:gridCol w="4015409">
                  <a:extLst>
                    <a:ext uri="{9D8B030D-6E8A-4147-A177-3AD203B41FA5}">
                      <a16:colId xmlns:a16="http://schemas.microsoft.com/office/drawing/2014/main" val="1430254504"/>
                    </a:ext>
                  </a:extLst>
                </a:gridCol>
              </a:tblGrid>
              <a:tr h="367363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תוצאה :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ניסוי: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020068"/>
                  </a:ext>
                </a:extLst>
              </a:tr>
              <a:tr h="1193928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en-US" dirty="0" err="1"/>
                        <a:t>Vscode</a:t>
                      </a:r>
                      <a:r>
                        <a:rPr lang="en-US" dirty="0"/>
                        <a:t> won!</a:t>
                      </a:r>
                    </a:p>
                    <a:p>
                      <a:pPr marL="0" algn="r" defTabSz="914400" rtl="1" eaLnBrk="1" latinLnBrk="0" hangingPunct="1"/>
                      <a:endParaRPr lang="en-US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בחירת סביבת עבודה לכתיבת הפרויקט מבחינה לוקאלית.</a:t>
                      </a:r>
                      <a:endParaRPr lang="en-US" dirty="0"/>
                    </a:p>
                    <a:p>
                      <a:pPr marL="0" algn="r" defTabSz="914400" rtl="1" eaLnBrk="1" latinLnBrk="0" hangingPunct="1"/>
                      <a:r>
                        <a:rPr lang="en-IL" dirty="0"/>
                        <a:t>Vs</a:t>
                      </a:r>
                      <a:r>
                        <a:rPr lang="en-US" dirty="0"/>
                        <a:t>code</a:t>
                      </a:r>
                      <a:r>
                        <a:rPr lang="he-IL" dirty="0"/>
                        <a:t> </a:t>
                      </a:r>
                      <a:r>
                        <a:rPr lang="en-US" dirty="0"/>
                        <a:t>vs </a:t>
                      </a:r>
                      <a:r>
                        <a:rPr lang="he-IL" dirty="0"/>
                        <a:t> </a:t>
                      </a:r>
                      <a:r>
                        <a:rPr lang="en-US" dirty="0" err="1"/>
                        <a:t>Phycharm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460217"/>
                  </a:ext>
                </a:extLst>
              </a:tr>
              <a:tr h="1193928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שימוש בספריית flask בפייתון שהיא משמשת כצד שרת</a:t>
                      </a:r>
                      <a:r>
                        <a:rPr lang="en-US" dirty="0"/>
                        <a:t>.</a:t>
                      </a:r>
                      <a:endParaRPr lang="en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קישור בין קובץ בשפת פייתון לקובץ שמתחבר לאתר לוקאלית.</a:t>
                      </a:r>
                      <a:endParaRPr lang="en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8445080"/>
                  </a:ext>
                </a:extLst>
              </a:tr>
              <a:tr h="1193928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שימוש בספרייה </a:t>
                      </a:r>
                      <a:r>
                        <a:rPr lang="he-IL" dirty="0" err="1"/>
                        <a:t>בפייתון</a:t>
                      </a:r>
                      <a:r>
                        <a:rPr lang="he-IL" dirty="0"/>
                        <a:t> : </a:t>
                      </a:r>
                      <a:br>
                        <a:rPr lang="en-US" dirty="0"/>
                      </a:br>
                      <a:r>
                        <a:rPr lang="en-US" dirty="0"/>
                        <a:t>web browser</a:t>
                      </a:r>
                      <a:r>
                        <a:rPr lang="he-IL" dirty="0"/>
                        <a:t>.</a:t>
                      </a:r>
                      <a:endParaRPr lang="en-I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עדכון הדף של האתר בכל רגע נתון במהלך עבודה על העמוד .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69905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2FB64A-322B-5F3B-E0DA-F9433F738850}"/>
              </a:ext>
            </a:extLst>
          </p:cNvPr>
          <p:cNvSpPr txBox="1"/>
          <p:nvPr/>
        </p:nvSpPr>
        <p:spPr>
          <a:xfrm>
            <a:off x="7671807" y="609600"/>
            <a:ext cx="3645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000" b="1" u="sng" dirty="0">
                <a:solidFill>
                  <a:schemeClr val="accent1"/>
                </a:solidFill>
              </a:rPr>
              <a:t>ניסויים שבוצעו </a:t>
            </a:r>
            <a:r>
              <a:rPr lang="he-IL" sz="2000" b="1" u="sng" dirty="0" err="1">
                <a:solidFill>
                  <a:schemeClr val="accent1"/>
                </a:solidFill>
              </a:rPr>
              <a:t>בפרויקט+תוצאות</a:t>
            </a:r>
            <a:r>
              <a:rPr lang="he-IL" sz="2000" b="1" u="sng" dirty="0">
                <a:solidFill>
                  <a:schemeClr val="accent1"/>
                </a:solidFill>
              </a:rPr>
              <a:t>:</a:t>
            </a:r>
            <a:endParaRPr lang="en-IL" sz="20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64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6AE5-6693-E4A0-5FE8-CE5471BF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B791-C61B-7DFA-60F3-AB2FF0588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9461" y="861390"/>
            <a:ext cx="8050697" cy="5493689"/>
          </a:xfrm>
        </p:spPr>
        <p:txBody>
          <a:bodyPr anchor="ctr">
            <a:noAutofit/>
          </a:bodyPr>
          <a:lstStyle/>
          <a:p>
            <a:pPr algn="r" rtl="1"/>
            <a:br>
              <a:rPr lang="he-IL" sz="1400" u="sng" dirty="0"/>
            </a:br>
            <a:br>
              <a:rPr lang="he-IL" sz="1400" u="sng" dirty="0"/>
            </a:br>
            <a:br>
              <a:rPr lang="he-IL" u="sng" dirty="0"/>
            </a:br>
            <a:br>
              <a:rPr lang="he-IL" dirty="0"/>
            </a:br>
            <a:br>
              <a:rPr lang="he-IL" sz="1400" b="0" dirty="0"/>
            </a:br>
            <a:endParaRPr lang="en-IL" sz="14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BE102CC3-BFFE-D6BC-D48E-53493130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86ADDC1-AF65-870D-50FA-4943F66B4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-6626" y="5316969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F2C9DC-AA02-029B-9DC3-6DA428A029DE}"/>
              </a:ext>
            </a:extLst>
          </p:cNvPr>
          <p:cNvSpPr txBox="1"/>
          <p:nvPr/>
        </p:nvSpPr>
        <p:spPr>
          <a:xfrm>
            <a:off x="8091561" y="215060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u="sng" dirty="0">
                <a:solidFill>
                  <a:schemeClr val="accent1"/>
                </a:solidFill>
              </a:rPr>
              <a:t>קשיים ואתגרים וכיצד נפתרו: </a:t>
            </a:r>
            <a:endParaRPr lang="en-IL" b="1" u="sng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E4C7B0-1878-6E67-8E25-179001ACD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69602"/>
              </p:ext>
            </p:extLst>
          </p:nvPr>
        </p:nvGraphicFramePr>
        <p:xfrm>
          <a:off x="4638260" y="819546"/>
          <a:ext cx="6447822" cy="49738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23911">
                  <a:extLst>
                    <a:ext uri="{9D8B030D-6E8A-4147-A177-3AD203B41FA5}">
                      <a16:colId xmlns:a16="http://schemas.microsoft.com/office/drawing/2014/main" val="4061341443"/>
                    </a:ext>
                  </a:extLst>
                </a:gridCol>
                <a:gridCol w="3223911">
                  <a:extLst>
                    <a:ext uri="{9D8B030D-6E8A-4147-A177-3AD203B41FA5}">
                      <a16:colId xmlns:a16="http://schemas.microsoft.com/office/drawing/2014/main" val="3722222336"/>
                    </a:ext>
                  </a:extLst>
                </a:gridCol>
              </a:tblGrid>
              <a:tr h="350312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פתרון: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dirty="0"/>
                        <a:t>קושי: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840643"/>
                  </a:ext>
                </a:extLst>
              </a:tr>
              <a:tr h="1440138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מציאת </a:t>
                      </a:r>
                      <a:r>
                        <a:rPr lang="en-US" sz="1600" dirty="0" err="1"/>
                        <a:t>interprete</a:t>
                      </a:r>
                      <a:r>
                        <a:rPr lang="he-IL" sz="1600" dirty="0"/>
                        <a:t> מתאים והתקנת הספריות ידנית כנדרש.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התקנת ספריות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347987"/>
                  </a:ext>
                </a:extLst>
              </a:tr>
              <a:tr h="975506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שימוש בספריית </a:t>
                      </a:r>
                      <a:r>
                        <a:rPr lang="he-IL" sz="1600" dirty="0" err="1"/>
                        <a:t>ssl</a:t>
                      </a:r>
                      <a:r>
                        <a:rPr lang="he-IL" sz="1600" dirty="0"/>
                        <a:t>.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מעקף רשתות אבטחה וגישה לתוכן 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720834"/>
                  </a:ext>
                </a:extLst>
              </a:tr>
              <a:tr h="1096223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שימוש בספריית </a:t>
                      </a:r>
                      <a:r>
                        <a:rPr lang="en-US" sz="1600" b="1" dirty="0" err="1"/>
                        <a:t>Ffmpeg</a:t>
                      </a:r>
                      <a:r>
                        <a:rPr lang="he-IL" sz="1600" b="1" dirty="0"/>
                        <a:t>.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חילוץ אודיו 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37454"/>
                  </a:ext>
                </a:extLst>
              </a:tr>
              <a:tr h="109622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dirty="0"/>
                        <a:t>שימוש בספריית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whisper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r" defTabSz="914400" rtl="1" eaLnBrk="1" latinLnBrk="0" hangingPunct="1"/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dirty="0"/>
                        <a:t>תמלול טקסט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1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32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5228-81B6-B31E-9FBE-0B88F961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53D5-60A5-B121-1E9A-989778F05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9461" y="861390"/>
            <a:ext cx="8050697" cy="5493689"/>
          </a:xfrm>
        </p:spPr>
        <p:txBody>
          <a:bodyPr anchor="ctr">
            <a:noAutofit/>
          </a:bodyPr>
          <a:lstStyle/>
          <a:p>
            <a:pPr algn="r" rtl="1"/>
            <a:br>
              <a:rPr lang="he-IL" sz="1400" u="sng" dirty="0"/>
            </a:br>
            <a:br>
              <a:rPr lang="he-IL" sz="1400" u="sng" dirty="0"/>
            </a:br>
            <a:br>
              <a:rPr lang="he-IL" u="sng" dirty="0"/>
            </a:br>
            <a:br>
              <a:rPr lang="he-IL" dirty="0"/>
            </a:br>
            <a:br>
              <a:rPr lang="he-IL" sz="1400" b="0" dirty="0"/>
            </a:br>
            <a:endParaRPr lang="en-IL" sz="14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72B02F29-15EF-212F-E6FD-1047235F3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0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C346F6B-43BE-BD5E-2F81-251163315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-59634" y="5434949"/>
            <a:ext cx="3273285" cy="142305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654FAF-3C67-64C2-DEA2-221FDE348859}"/>
              </a:ext>
            </a:extLst>
          </p:cNvPr>
          <p:cNvSpPr txBox="1"/>
          <p:nvPr/>
        </p:nvSpPr>
        <p:spPr>
          <a:xfrm>
            <a:off x="8091561" y="31825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b="1" u="sng" dirty="0" err="1">
                <a:solidFill>
                  <a:schemeClr val="accent1"/>
                </a:solidFill>
              </a:rPr>
              <a:t>גאנט</a:t>
            </a:r>
            <a:r>
              <a:rPr lang="he-IL" b="1" u="sng" dirty="0">
                <a:solidFill>
                  <a:schemeClr val="accent1"/>
                </a:solidFill>
              </a:rPr>
              <a:t>: </a:t>
            </a:r>
            <a:endParaRPr lang="en-IL" b="1" u="sng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chart with orange rectangular blocks&#10;&#10;Description automatically generated">
            <a:extLst>
              <a:ext uri="{FF2B5EF4-FFF2-40B4-BE49-F238E27FC236}">
                <a16:creationId xmlns:a16="http://schemas.microsoft.com/office/drawing/2014/main" id="{59B6CD84-C1ED-FFB0-3810-46F2A31A8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504" y="687588"/>
            <a:ext cx="8665688" cy="499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1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5D124-A2DF-A456-5587-9C976EDA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CAC7-B18F-CCDF-A4FB-23868791C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4591" y="901148"/>
            <a:ext cx="7699513" cy="5314122"/>
          </a:xfrm>
        </p:spPr>
        <p:txBody>
          <a:bodyPr anchor="ctr">
            <a:noAutofit/>
          </a:bodyPr>
          <a:lstStyle/>
          <a:p>
            <a:pPr algn="r" rtl="1"/>
            <a:br>
              <a:rPr lang="he-IL" sz="1200" dirty="0"/>
            </a:br>
            <a:br>
              <a:rPr lang="he-IL" sz="1400" b="0" dirty="0"/>
            </a:br>
            <a:br>
              <a:rPr lang="he-IL" sz="1400" b="0" dirty="0"/>
            </a:br>
            <a:endParaRPr lang="en-IL" sz="14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5B570A3A-128F-A9D2-E545-9AF1627C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FD367B7-6D20-7332-CF98-66171D4B6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E4CA8-DB8E-3D9C-5EB2-155F331324DF}"/>
              </a:ext>
            </a:extLst>
          </p:cNvPr>
          <p:cNvSpPr txBox="1"/>
          <p:nvPr/>
        </p:nvSpPr>
        <p:spPr>
          <a:xfrm>
            <a:off x="9447934" y="609600"/>
            <a:ext cx="1869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000" b="1" u="sng" dirty="0">
                <a:solidFill>
                  <a:schemeClr val="accent1"/>
                </a:solidFill>
              </a:rPr>
              <a:t>תכנון מול ביצוע:</a:t>
            </a:r>
            <a:endParaRPr lang="en-IL" sz="2000" b="1" u="sng" dirty="0">
              <a:solidFill>
                <a:schemeClr val="accent1"/>
              </a:solidFill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52CCEB1-BA42-C103-A2E8-AFD629404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005683"/>
              </p:ext>
            </p:extLst>
          </p:nvPr>
        </p:nvGraphicFramePr>
        <p:xfrm>
          <a:off x="2032000" y="1009710"/>
          <a:ext cx="7920383" cy="5128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4C9105E-92DC-BF2C-ED51-52173AF65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4427499"/>
              </p:ext>
            </p:extLst>
          </p:nvPr>
        </p:nvGraphicFramePr>
        <p:xfrm>
          <a:off x="-715618" y="1172014"/>
          <a:ext cx="9616661" cy="5654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507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713C-04F3-F877-956C-B573B6E9A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C7DA9209-4B43-2603-ADA9-61954997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869FD76-8C80-8B64-891D-0E4AB1D65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D886205-E21C-57E1-C84C-A9A514F8F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024856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CDEA9D-C621-0775-403B-7319984F5DCD}"/>
              </a:ext>
            </a:extLst>
          </p:cNvPr>
          <p:cNvSpPr txBox="1"/>
          <p:nvPr/>
        </p:nvSpPr>
        <p:spPr>
          <a:xfrm>
            <a:off x="7907130" y="319556"/>
            <a:ext cx="2252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2000" b="1" u="sng" dirty="0">
                <a:solidFill>
                  <a:schemeClr val="accent1"/>
                </a:solidFill>
              </a:rPr>
              <a:t>מה נותר ?</a:t>
            </a:r>
            <a:endParaRPr lang="en-IL" sz="20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90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4956E-9C78-D595-C1CE-27FF2DC4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9673-8B8A-5C35-DA9C-1DADCC7EF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4591" y="901148"/>
            <a:ext cx="7699513" cy="5314122"/>
          </a:xfrm>
        </p:spPr>
        <p:txBody>
          <a:bodyPr anchor="ctr">
            <a:noAutofit/>
          </a:bodyPr>
          <a:lstStyle/>
          <a:p>
            <a:pPr algn="r" rtl="1"/>
            <a:br>
              <a:rPr lang="he-IL" sz="1200" dirty="0"/>
            </a:br>
            <a:br>
              <a:rPr lang="he-IL" sz="1400" b="0" dirty="0"/>
            </a:br>
            <a:br>
              <a:rPr lang="he-IL" sz="1400" b="0" dirty="0"/>
            </a:br>
            <a:endParaRPr lang="en-IL" sz="1400" u="sng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DFD14B2A-2FBA-319A-CE5F-BA9D9771BE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51" r="2" b="10989"/>
          <a:stretch/>
        </p:blipFill>
        <p:spPr>
          <a:xfrm>
            <a:off x="0" y="31356"/>
            <a:ext cx="5194852" cy="2820436"/>
          </a:xfrm>
          <a:custGeom>
            <a:avLst/>
            <a:gdLst/>
            <a:ahLst/>
            <a:cxnLst/>
            <a:rect l="l" t="t" r="r" b="b"/>
            <a:pathLst>
              <a:path w="7835806" h="4254296">
                <a:moveTo>
                  <a:pt x="0" y="0"/>
                </a:moveTo>
                <a:lnTo>
                  <a:pt x="7835806" y="0"/>
                </a:lnTo>
                <a:lnTo>
                  <a:pt x="2966183" y="3821060"/>
                </a:lnTo>
                <a:lnTo>
                  <a:pt x="2920795" y="3854871"/>
                </a:lnTo>
                <a:cubicBezTo>
                  <a:pt x="2566485" y="4105081"/>
                  <a:pt x="2160488" y="4235569"/>
                  <a:pt x="1753304" y="4252420"/>
                </a:cubicBezTo>
                <a:cubicBezTo>
                  <a:pt x="1159494" y="4276993"/>
                  <a:pt x="563163" y="4059888"/>
                  <a:pt x="120944" y="3619974"/>
                </a:cubicBezTo>
                <a:lnTo>
                  <a:pt x="0" y="3483889"/>
                </a:ln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B5B431C-7442-F8FA-A128-71B45B820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r="-4" b="9097"/>
          <a:stretch/>
        </p:blipFill>
        <p:spPr bwMode="auto">
          <a:xfrm>
            <a:off x="8733182" y="5364015"/>
            <a:ext cx="3458817" cy="1503711"/>
          </a:xfrm>
          <a:custGeom>
            <a:avLst/>
            <a:gdLst/>
            <a:ahLst/>
            <a:cxnLst/>
            <a:rect l="l" t="t" r="r" b="b"/>
            <a:pathLst>
              <a:path w="4298580" h="1868796">
                <a:moveTo>
                  <a:pt x="3186439" y="1042"/>
                </a:moveTo>
                <a:cubicBezTo>
                  <a:pt x="3550314" y="12353"/>
                  <a:pt x="3909792" y="115702"/>
                  <a:pt x="4227332" y="306566"/>
                </a:cubicBezTo>
                <a:lnTo>
                  <a:pt x="4298580" y="355439"/>
                </a:lnTo>
                <a:lnTo>
                  <a:pt x="4298580" y="1868795"/>
                </a:lnTo>
                <a:lnTo>
                  <a:pt x="0" y="1868796"/>
                </a:lnTo>
                <a:lnTo>
                  <a:pt x="1839568" y="425338"/>
                </a:lnTo>
                <a:lnTo>
                  <a:pt x="1884127" y="392143"/>
                </a:lnTo>
                <a:cubicBezTo>
                  <a:pt x="2231978" y="146496"/>
                  <a:pt x="2630574" y="18387"/>
                  <a:pt x="3030333" y="1843"/>
                </a:cubicBezTo>
                <a:cubicBezTo>
                  <a:pt x="3082385" y="-311"/>
                  <a:pt x="3134457" y="-574"/>
                  <a:pt x="3186439" y="10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294A6CC-0565-3C07-404D-C3B12D756B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45751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044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4257</TotalTime>
  <Words>509</Words>
  <Application>Microsoft Macintosh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Bodoni Ornaments</vt:lpstr>
      <vt:lpstr>Neue Haas Grotesk Text Pro</vt:lpstr>
      <vt:lpstr>SwellVTI</vt:lpstr>
      <vt:lpstr>מצגת אמצע–מערכת לזיהוי פייק ניוז בטיקטוק:</vt:lpstr>
      <vt:lpstr>   </vt:lpstr>
      <vt:lpstr>PowerPoint Presentation</vt:lpstr>
      <vt:lpstr>PowerPoint Presentation</vt:lpstr>
      <vt:lpstr>PowerPoint Presentation</vt:lpstr>
      <vt:lpstr>   </vt:lpstr>
      <vt:lpstr>דרישות המערכת: </vt:lpstr>
      <vt:lpstr>ארכיטקטורה:</vt:lpstr>
      <vt:lpstr>מסכי המערכת שנוצרו:</vt:lpstr>
      <vt:lpstr>   </vt:lpstr>
      <vt:lpstr>     </vt:lpstr>
      <vt:lpstr>     </vt:lpstr>
      <vt:lpstr>   </vt:lpstr>
      <vt:lpstr>PowerPoint Presentation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גל  סבן</dc:creator>
  <cp:lastModifiedBy>גל  סבן</cp:lastModifiedBy>
  <cp:revision>14</cp:revision>
  <dcterms:created xsi:type="dcterms:W3CDTF">2025-03-27T10:57:24Z</dcterms:created>
  <dcterms:modified xsi:type="dcterms:W3CDTF">2025-04-27T15:55:12Z</dcterms:modified>
</cp:coreProperties>
</file>